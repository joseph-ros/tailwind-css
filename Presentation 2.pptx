
<file path=[Content_Types].xml><?xml version="1.0" encoding="utf-8"?>
<Types xmlns="http://schemas.openxmlformats.org/package/2006/content-types">
  <Default Extension="gif" ContentType="image/gif"/>
  <Default Extension="jpe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81490B8-AB8D-4A8D-973F-24BD73352D2D}" v="277" dt="2026-04-20T12:53:14.34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diagrams/_rels/data2.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image" Target="../media/image4.svg"/></Relationships>
</file>

<file path=ppt/diagrams/_rels/drawing2.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image" Target="../media/image4.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72A568A-AED8-45D5-A330-81DA65419A6E}" type="doc">
      <dgm:prSet loTypeId="urn:microsoft.com/office/officeart/2005/8/layout/hierarchy1" loCatId="hierarchy" qsTypeId="urn:microsoft.com/office/officeart/2005/8/quickstyle/simple1" qsCatId="simple" csTypeId="urn:microsoft.com/office/officeart/2005/8/colors/accent1_2" csCatId="accent1" phldr="1"/>
      <dgm:spPr/>
      <dgm:t>
        <a:bodyPr/>
        <a:lstStyle/>
        <a:p>
          <a:endParaRPr lang="en-US"/>
        </a:p>
      </dgm:t>
    </dgm:pt>
    <dgm:pt modelId="{71D73D67-09BA-4B45-97B0-BAE4588ECAE0}">
      <dgm:prSet/>
      <dgm:spPr/>
      <dgm:t>
        <a:bodyPr/>
        <a:lstStyle/>
        <a:p>
          <a:pPr algn="ctr">
            <a:lnSpc>
              <a:spcPct val="90000"/>
            </a:lnSpc>
          </a:pPr>
          <a:r>
            <a:rPr lang="en-US" sz="1700">
              <a:latin typeface="Aptos" panose="020B0004020202020204"/>
              <a:ea typeface="+mn-ea"/>
              <a:cs typeface="+mn-cs"/>
            </a:rPr>
            <a:t>Introduction</a:t>
          </a:r>
        </a:p>
      </dgm:t>
    </dgm:pt>
    <dgm:pt modelId="{FDB9C6BD-4799-459E-B003-01749E8C87DE}" type="parTrans" cxnId="{B165D564-2DF5-45B2-99C1-CD91E6AE080E}">
      <dgm:prSet/>
      <dgm:spPr/>
      <dgm:t>
        <a:bodyPr/>
        <a:lstStyle/>
        <a:p>
          <a:endParaRPr lang="en-US"/>
        </a:p>
      </dgm:t>
    </dgm:pt>
    <dgm:pt modelId="{31356BBD-B5F9-48E0-83AB-AE715327B21F}" type="sibTrans" cxnId="{B165D564-2DF5-45B2-99C1-CD91E6AE080E}">
      <dgm:prSet/>
      <dgm:spPr/>
      <dgm:t>
        <a:bodyPr/>
        <a:lstStyle/>
        <a:p>
          <a:endParaRPr lang="en-US"/>
        </a:p>
      </dgm:t>
    </dgm:pt>
    <dgm:pt modelId="{498117F6-7843-4DFA-A0B9-46C72340AE32}">
      <dgm:prSet/>
      <dgm:spPr/>
      <dgm:t>
        <a:bodyPr/>
        <a:lstStyle/>
        <a:p>
          <a:pPr algn="ctr">
            <a:lnSpc>
              <a:spcPct val="90000"/>
            </a:lnSpc>
          </a:pPr>
          <a:r>
            <a:rPr lang="en-US" sz="1700">
              <a:latin typeface="Aptos" panose="020B0004020202020204"/>
              <a:ea typeface="+mn-ea"/>
              <a:cs typeface="+mn-cs"/>
            </a:rPr>
            <a:t>Why should we improve our English speaking</a:t>
          </a:r>
        </a:p>
      </dgm:t>
    </dgm:pt>
    <dgm:pt modelId="{968B2889-718F-429A-A604-A1D0A94723F1}" type="parTrans" cxnId="{9426D9B8-3C67-441B-801F-0DE17285A81F}">
      <dgm:prSet/>
      <dgm:spPr/>
      <dgm:t>
        <a:bodyPr/>
        <a:lstStyle/>
        <a:p>
          <a:endParaRPr lang="en-US"/>
        </a:p>
      </dgm:t>
    </dgm:pt>
    <dgm:pt modelId="{45563687-2A6F-4309-A504-F2F0AA7CAA76}" type="sibTrans" cxnId="{9426D9B8-3C67-441B-801F-0DE17285A81F}">
      <dgm:prSet/>
      <dgm:spPr/>
      <dgm:t>
        <a:bodyPr/>
        <a:lstStyle/>
        <a:p>
          <a:endParaRPr lang="en-US"/>
        </a:p>
      </dgm:t>
    </dgm:pt>
    <dgm:pt modelId="{721190C8-8BF5-4141-8243-2A88E0250138}">
      <dgm:prSet/>
      <dgm:spPr/>
      <dgm:t>
        <a:bodyPr/>
        <a:lstStyle/>
        <a:p>
          <a:pPr algn="ctr">
            <a:lnSpc>
              <a:spcPct val="90000"/>
            </a:lnSpc>
          </a:pPr>
          <a:r>
            <a:rPr lang="en-US" sz="1700">
              <a:latin typeface="Aptos" panose="020B0004020202020204"/>
              <a:ea typeface="+mn-ea"/>
              <a:cs typeface="+mn-cs"/>
            </a:rPr>
            <a:t>How should we improve our English speaking</a:t>
          </a:r>
        </a:p>
      </dgm:t>
    </dgm:pt>
    <dgm:pt modelId="{BD565C41-920F-439E-8DA3-1920FA4796FD}" type="parTrans" cxnId="{D09FF028-E17D-4276-97FC-BB39B46174FF}">
      <dgm:prSet/>
      <dgm:spPr/>
      <dgm:t>
        <a:bodyPr/>
        <a:lstStyle/>
        <a:p>
          <a:endParaRPr lang="en-US"/>
        </a:p>
      </dgm:t>
    </dgm:pt>
    <dgm:pt modelId="{D582D6AC-8389-4F82-B7E3-A525C2F36595}" type="sibTrans" cxnId="{D09FF028-E17D-4276-97FC-BB39B46174FF}">
      <dgm:prSet/>
      <dgm:spPr/>
      <dgm:t>
        <a:bodyPr/>
        <a:lstStyle/>
        <a:p>
          <a:endParaRPr lang="en-US"/>
        </a:p>
      </dgm:t>
    </dgm:pt>
    <dgm:pt modelId="{EE907610-88BB-45D9-9656-CAEE4785E95D}">
      <dgm:prSet/>
      <dgm:spPr/>
      <dgm:t>
        <a:bodyPr/>
        <a:lstStyle/>
        <a:p>
          <a:pPr algn="ctr">
            <a:lnSpc>
              <a:spcPct val="90000"/>
            </a:lnSpc>
          </a:pPr>
          <a:r>
            <a:rPr lang="en-US" sz="1700">
              <a:latin typeface="Aptos" panose="020B0004020202020204"/>
              <a:ea typeface="+mn-ea"/>
              <a:cs typeface="+mn-cs"/>
            </a:rPr>
            <a:t>Benefits of English improvement</a:t>
          </a:r>
        </a:p>
      </dgm:t>
    </dgm:pt>
    <dgm:pt modelId="{000B9F21-E33C-4C6F-836D-90EDCEF12D80}" type="parTrans" cxnId="{213C3CCB-A084-4FFF-A413-8B1F1F6FB7E7}">
      <dgm:prSet/>
      <dgm:spPr/>
      <dgm:t>
        <a:bodyPr/>
        <a:lstStyle/>
        <a:p>
          <a:endParaRPr lang="en-US"/>
        </a:p>
      </dgm:t>
    </dgm:pt>
    <dgm:pt modelId="{F262C763-B3DA-4EC1-B703-54A52D785ED8}" type="sibTrans" cxnId="{213C3CCB-A084-4FFF-A413-8B1F1F6FB7E7}">
      <dgm:prSet/>
      <dgm:spPr/>
      <dgm:t>
        <a:bodyPr/>
        <a:lstStyle/>
        <a:p>
          <a:endParaRPr lang="en-US"/>
        </a:p>
      </dgm:t>
    </dgm:pt>
    <dgm:pt modelId="{35F50EEA-B4A7-4B39-823D-8204C8190E0D}">
      <dgm:prSet phldr="0"/>
      <dgm:spPr/>
      <dgm:t>
        <a:bodyPr/>
        <a:lstStyle/>
        <a:p>
          <a:pPr algn="ctr">
            <a:lnSpc>
              <a:spcPct val="90000"/>
            </a:lnSpc>
          </a:pPr>
          <a:r>
            <a:rPr lang="en-US" sz="1700" dirty="0">
              <a:latin typeface="Aptos"/>
              <a:ea typeface="+mn-ea"/>
              <a:cs typeface="+mn-cs"/>
            </a:rPr>
            <a:t>Conclusion</a:t>
          </a:r>
        </a:p>
      </dgm:t>
    </dgm:pt>
    <dgm:pt modelId="{8C294571-4A2E-466C-973A-B511B2571D3A}" type="parTrans" cxnId="{2CB477D5-7578-448C-8612-3624F81DBB12}">
      <dgm:prSet/>
      <dgm:spPr/>
    </dgm:pt>
    <dgm:pt modelId="{C71A0111-634C-446E-BA3F-C41AD46B2CC9}" type="sibTrans" cxnId="{2CB477D5-7578-448C-8612-3624F81DBB12}">
      <dgm:prSet/>
      <dgm:spPr/>
    </dgm:pt>
    <dgm:pt modelId="{913062FA-177D-4DC3-99E8-229AB2C15915}" type="pres">
      <dgm:prSet presAssocID="{772A568A-AED8-45D5-A330-81DA65419A6E}" presName="hierChild1" presStyleCnt="0">
        <dgm:presLayoutVars>
          <dgm:chPref val="1"/>
          <dgm:dir/>
          <dgm:animOne val="branch"/>
          <dgm:animLvl val="lvl"/>
          <dgm:resizeHandles/>
        </dgm:presLayoutVars>
      </dgm:prSet>
      <dgm:spPr/>
    </dgm:pt>
    <dgm:pt modelId="{405D44D2-3ED3-4B7B-AE0F-10AFB8FD2DBE}" type="pres">
      <dgm:prSet presAssocID="{71D73D67-09BA-4B45-97B0-BAE4588ECAE0}" presName="hierRoot1" presStyleCnt="0"/>
      <dgm:spPr/>
    </dgm:pt>
    <dgm:pt modelId="{32B98FC4-50FB-46D3-A2B6-3ADD1C826961}" type="pres">
      <dgm:prSet presAssocID="{71D73D67-09BA-4B45-97B0-BAE4588ECAE0}" presName="composite" presStyleCnt="0"/>
      <dgm:spPr/>
    </dgm:pt>
    <dgm:pt modelId="{9B94A6CF-9B39-498A-BFDE-D095B7BC9994}" type="pres">
      <dgm:prSet presAssocID="{71D73D67-09BA-4B45-97B0-BAE4588ECAE0}" presName="background" presStyleLbl="node0" presStyleIdx="0" presStyleCnt="5"/>
      <dgm:spPr/>
    </dgm:pt>
    <dgm:pt modelId="{EED3BE85-0194-4C06-84E5-3A94249CF8A0}" type="pres">
      <dgm:prSet presAssocID="{71D73D67-09BA-4B45-97B0-BAE4588ECAE0}" presName="text" presStyleLbl="fgAcc0" presStyleIdx="0" presStyleCnt="5">
        <dgm:presLayoutVars>
          <dgm:chPref val="3"/>
        </dgm:presLayoutVars>
      </dgm:prSet>
      <dgm:spPr/>
    </dgm:pt>
    <dgm:pt modelId="{82A552E1-5037-4FFA-8F8B-DE88BB3980A4}" type="pres">
      <dgm:prSet presAssocID="{71D73D67-09BA-4B45-97B0-BAE4588ECAE0}" presName="hierChild2" presStyleCnt="0"/>
      <dgm:spPr/>
    </dgm:pt>
    <dgm:pt modelId="{F45D0BA3-C638-4934-B15F-B0B6908AFB6B}" type="pres">
      <dgm:prSet presAssocID="{498117F6-7843-4DFA-A0B9-46C72340AE32}" presName="hierRoot1" presStyleCnt="0"/>
      <dgm:spPr/>
    </dgm:pt>
    <dgm:pt modelId="{CBC84CFE-20F8-448B-A4D5-0F9CFF8E4141}" type="pres">
      <dgm:prSet presAssocID="{498117F6-7843-4DFA-A0B9-46C72340AE32}" presName="composite" presStyleCnt="0"/>
      <dgm:spPr/>
    </dgm:pt>
    <dgm:pt modelId="{ED69A3FD-1B9D-48C4-9F66-DE729DBDE537}" type="pres">
      <dgm:prSet presAssocID="{498117F6-7843-4DFA-A0B9-46C72340AE32}" presName="background" presStyleLbl="node0" presStyleIdx="1" presStyleCnt="5"/>
      <dgm:spPr/>
    </dgm:pt>
    <dgm:pt modelId="{2AD08C1C-DED3-43AD-815F-84234726E2F3}" type="pres">
      <dgm:prSet presAssocID="{498117F6-7843-4DFA-A0B9-46C72340AE32}" presName="text" presStyleLbl="fgAcc0" presStyleIdx="1" presStyleCnt="5">
        <dgm:presLayoutVars>
          <dgm:chPref val="3"/>
        </dgm:presLayoutVars>
      </dgm:prSet>
      <dgm:spPr/>
    </dgm:pt>
    <dgm:pt modelId="{FA1F00CD-EC5F-4840-ADFD-6D05BB46C446}" type="pres">
      <dgm:prSet presAssocID="{498117F6-7843-4DFA-A0B9-46C72340AE32}" presName="hierChild2" presStyleCnt="0"/>
      <dgm:spPr/>
    </dgm:pt>
    <dgm:pt modelId="{4F096468-EF9A-4626-84C9-553847EB2ACE}" type="pres">
      <dgm:prSet presAssocID="{721190C8-8BF5-4141-8243-2A88E0250138}" presName="hierRoot1" presStyleCnt="0"/>
      <dgm:spPr/>
    </dgm:pt>
    <dgm:pt modelId="{55B179F5-7D55-4F4D-880A-70BCD1C6C7DC}" type="pres">
      <dgm:prSet presAssocID="{721190C8-8BF5-4141-8243-2A88E0250138}" presName="composite" presStyleCnt="0"/>
      <dgm:spPr/>
    </dgm:pt>
    <dgm:pt modelId="{CDD7D932-714E-4787-8079-E293B09711A6}" type="pres">
      <dgm:prSet presAssocID="{721190C8-8BF5-4141-8243-2A88E0250138}" presName="background" presStyleLbl="node0" presStyleIdx="2" presStyleCnt="5"/>
      <dgm:spPr/>
    </dgm:pt>
    <dgm:pt modelId="{314CF83F-3F12-47D5-BB47-85C0F9E6C517}" type="pres">
      <dgm:prSet presAssocID="{721190C8-8BF5-4141-8243-2A88E0250138}" presName="text" presStyleLbl="fgAcc0" presStyleIdx="2" presStyleCnt="5">
        <dgm:presLayoutVars>
          <dgm:chPref val="3"/>
        </dgm:presLayoutVars>
      </dgm:prSet>
      <dgm:spPr/>
    </dgm:pt>
    <dgm:pt modelId="{5D22700C-9930-4B23-B4FA-D6353AD56E36}" type="pres">
      <dgm:prSet presAssocID="{721190C8-8BF5-4141-8243-2A88E0250138}" presName="hierChild2" presStyleCnt="0"/>
      <dgm:spPr/>
    </dgm:pt>
    <dgm:pt modelId="{22795899-D68C-48A2-8E49-3B56E92A32FE}" type="pres">
      <dgm:prSet presAssocID="{EE907610-88BB-45D9-9656-CAEE4785E95D}" presName="hierRoot1" presStyleCnt="0"/>
      <dgm:spPr/>
    </dgm:pt>
    <dgm:pt modelId="{9F50B6DA-8E33-46BD-8193-A68D145011BB}" type="pres">
      <dgm:prSet presAssocID="{EE907610-88BB-45D9-9656-CAEE4785E95D}" presName="composite" presStyleCnt="0"/>
      <dgm:spPr/>
    </dgm:pt>
    <dgm:pt modelId="{C728656F-FB63-401B-9707-3934AB0B27A7}" type="pres">
      <dgm:prSet presAssocID="{EE907610-88BB-45D9-9656-CAEE4785E95D}" presName="background" presStyleLbl="node0" presStyleIdx="3" presStyleCnt="5"/>
      <dgm:spPr/>
    </dgm:pt>
    <dgm:pt modelId="{F04ED173-FD98-49C2-8E98-9596B9D3A584}" type="pres">
      <dgm:prSet presAssocID="{EE907610-88BB-45D9-9656-CAEE4785E95D}" presName="text" presStyleLbl="fgAcc0" presStyleIdx="3" presStyleCnt="5">
        <dgm:presLayoutVars>
          <dgm:chPref val="3"/>
        </dgm:presLayoutVars>
      </dgm:prSet>
      <dgm:spPr/>
    </dgm:pt>
    <dgm:pt modelId="{F246824B-0959-4FAD-A9B2-4AF05CE26F8C}" type="pres">
      <dgm:prSet presAssocID="{EE907610-88BB-45D9-9656-CAEE4785E95D}" presName="hierChild2" presStyleCnt="0"/>
      <dgm:spPr/>
    </dgm:pt>
    <dgm:pt modelId="{6F8385BC-7972-4AA0-A1E4-4466BCFE1C57}" type="pres">
      <dgm:prSet presAssocID="{35F50EEA-B4A7-4B39-823D-8204C8190E0D}" presName="hierRoot1" presStyleCnt="0"/>
      <dgm:spPr/>
    </dgm:pt>
    <dgm:pt modelId="{9C45546C-73BA-4E76-A6DA-57E43E23E154}" type="pres">
      <dgm:prSet presAssocID="{35F50EEA-B4A7-4B39-823D-8204C8190E0D}" presName="composite" presStyleCnt="0"/>
      <dgm:spPr/>
    </dgm:pt>
    <dgm:pt modelId="{E618A23D-07AB-4D4E-A23B-F5E2CD807349}" type="pres">
      <dgm:prSet presAssocID="{35F50EEA-B4A7-4B39-823D-8204C8190E0D}" presName="background" presStyleLbl="node0" presStyleIdx="4" presStyleCnt="5"/>
      <dgm:spPr/>
    </dgm:pt>
    <dgm:pt modelId="{AC3E934F-12BC-4270-825A-7EC3173D8610}" type="pres">
      <dgm:prSet presAssocID="{35F50EEA-B4A7-4B39-823D-8204C8190E0D}" presName="text" presStyleLbl="fgAcc0" presStyleIdx="4" presStyleCnt="5">
        <dgm:presLayoutVars>
          <dgm:chPref val="3"/>
        </dgm:presLayoutVars>
      </dgm:prSet>
      <dgm:spPr/>
    </dgm:pt>
    <dgm:pt modelId="{BD1F2F3D-8FD1-48DC-A630-2DA718A4D711}" type="pres">
      <dgm:prSet presAssocID="{35F50EEA-B4A7-4B39-823D-8204C8190E0D}" presName="hierChild2" presStyleCnt="0"/>
      <dgm:spPr/>
    </dgm:pt>
  </dgm:ptLst>
  <dgm:cxnLst>
    <dgm:cxn modelId="{D52F8A0D-450B-4B81-8A74-8F23D2496127}" type="presOf" srcId="{71D73D67-09BA-4B45-97B0-BAE4588ECAE0}" destId="{EED3BE85-0194-4C06-84E5-3A94249CF8A0}" srcOrd="0" destOrd="0" presId="urn:microsoft.com/office/officeart/2005/8/layout/hierarchy1"/>
    <dgm:cxn modelId="{BBD17427-950B-47D6-84EE-C8B7B3CD501F}" type="presOf" srcId="{772A568A-AED8-45D5-A330-81DA65419A6E}" destId="{913062FA-177D-4DC3-99E8-229AB2C15915}" srcOrd="0" destOrd="0" presId="urn:microsoft.com/office/officeart/2005/8/layout/hierarchy1"/>
    <dgm:cxn modelId="{D09FF028-E17D-4276-97FC-BB39B46174FF}" srcId="{772A568A-AED8-45D5-A330-81DA65419A6E}" destId="{721190C8-8BF5-4141-8243-2A88E0250138}" srcOrd="2" destOrd="0" parTransId="{BD565C41-920F-439E-8DA3-1920FA4796FD}" sibTransId="{D582D6AC-8389-4F82-B7E3-A525C2F36595}"/>
    <dgm:cxn modelId="{9CB22238-6DEC-4B27-BFA9-E77479B6100E}" type="presOf" srcId="{35F50EEA-B4A7-4B39-823D-8204C8190E0D}" destId="{AC3E934F-12BC-4270-825A-7EC3173D8610}" srcOrd="0" destOrd="0" presId="urn:microsoft.com/office/officeart/2005/8/layout/hierarchy1"/>
    <dgm:cxn modelId="{281D1C42-F901-4B82-90E3-910265D2D225}" type="presOf" srcId="{721190C8-8BF5-4141-8243-2A88E0250138}" destId="{314CF83F-3F12-47D5-BB47-85C0F9E6C517}" srcOrd="0" destOrd="0" presId="urn:microsoft.com/office/officeart/2005/8/layout/hierarchy1"/>
    <dgm:cxn modelId="{B165D564-2DF5-45B2-99C1-CD91E6AE080E}" srcId="{772A568A-AED8-45D5-A330-81DA65419A6E}" destId="{71D73D67-09BA-4B45-97B0-BAE4588ECAE0}" srcOrd="0" destOrd="0" parTransId="{FDB9C6BD-4799-459E-B003-01749E8C87DE}" sibTransId="{31356BBD-B5F9-48E0-83AB-AE715327B21F}"/>
    <dgm:cxn modelId="{C52DD26F-7449-4FF1-964D-9049B30693A9}" type="presOf" srcId="{498117F6-7843-4DFA-A0B9-46C72340AE32}" destId="{2AD08C1C-DED3-43AD-815F-84234726E2F3}" srcOrd="0" destOrd="0" presId="urn:microsoft.com/office/officeart/2005/8/layout/hierarchy1"/>
    <dgm:cxn modelId="{E8148D73-8A4A-4D5F-8625-B685FADCC598}" type="presOf" srcId="{EE907610-88BB-45D9-9656-CAEE4785E95D}" destId="{F04ED173-FD98-49C2-8E98-9596B9D3A584}" srcOrd="0" destOrd="0" presId="urn:microsoft.com/office/officeart/2005/8/layout/hierarchy1"/>
    <dgm:cxn modelId="{9426D9B8-3C67-441B-801F-0DE17285A81F}" srcId="{772A568A-AED8-45D5-A330-81DA65419A6E}" destId="{498117F6-7843-4DFA-A0B9-46C72340AE32}" srcOrd="1" destOrd="0" parTransId="{968B2889-718F-429A-A604-A1D0A94723F1}" sibTransId="{45563687-2A6F-4309-A504-F2F0AA7CAA76}"/>
    <dgm:cxn modelId="{213C3CCB-A084-4FFF-A413-8B1F1F6FB7E7}" srcId="{772A568A-AED8-45D5-A330-81DA65419A6E}" destId="{EE907610-88BB-45D9-9656-CAEE4785E95D}" srcOrd="3" destOrd="0" parTransId="{000B9F21-E33C-4C6F-836D-90EDCEF12D80}" sibTransId="{F262C763-B3DA-4EC1-B703-54A52D785ED8}"/>
    <dgm:cxn modelId="{2CB477D5-7578-448C-8612-3624F81DBB12}" srcId="{772A568A-AED8-45D5-A330-81DA65419A6E}" destId="{35F50EEA-B4A7-4B39-823D-8204C8190E0D}" srcOrd="4" destOrd="0" parTransId="{8C294571-4A2E-466C-973A-B511B2571D3A}" sibTransId="{C71A0111-634C-446E-BA3F-C41AD46B2CC9}"/>
    <dgm:cxn modelId="{4D61BB47-660D-4D32-BB3F-7221CE69DE6B}" type="presParOf" srcId="{913062FA-177D-4DC3-99E8-229AB2C15915}" destId="{405D44D2-3ED3-4B7B-AE0F-10AFB8FD2DBE}" srcOrd="0" destOrd="0" presId="urn:microsoft.com/office/officeart/2005/8/layout/hierarchy1"/>
    <dgm:cxn modelId="{0C5B38DB-FEC1-467D-888D-B922B6C3502D}" type="presParOf" srcId="{405D44D2-3ED3-4B7B-AE0F-10AFB8FD2DBE}" destId="{32B98FC4-50FB-46D3-A2B6-3ADD1C826961}" srcOrd="0" destOrd="0" presId="urn:microsoft.com/office/officeart/2005/8/layout/hierarchy1"/>
    <dgm:cxn modelId="{9FDEDAF0-2A99-483E-9567-A70DA44741F5}" type="presParOf" srcId="{32B98FC4-50FB-46D3-A2B6-3ADD1C826961}" destId="{9B94A6CF-9B39-498A-BFDE-D095B7BC9994}" srcOrd="0" destOrd="0" presId="urn:microsoft.com/office/officeart/2005/8/layout/hierarchy1"/>
    <dgm:cxn modelId="{156AEADA-C6D3-4CCC-A95F-9881939F06DA}" type="presParOf" srcId="{32B98FC4-50FB-46D3-A2B6-3ADD1C826961}" destId="{EED3BE85-0194-4C06-84E5-3A94249CF8A0}" srcOrd="1" destOrd="0" presId="urn:microsoft.com/office/officeart/2005/8/layout/hierarchy1"/>
    <dgm:cxn modelId="{3C914426-4B27-483C-934C-4830B5F50B24}" type="presParOf" srcId="{405D44D2-3ED3-4B7B-AE0F-10AFB8FD2DBE}" destId="{82A552E1-5037-4FFA-8F8B-DE88BB3980A4}" srcOrd="1" destOrd="0" presId="urn:microsoft.com/office/officeart/2005/8/layout/hierarchy1"/>
    <dgm:cxn modelId="{25F1BB34-8136-4110-A20A-3329DE19F609}" type="presParOf" srcId="{913062FA-177D-4DC3-99E8-229AB2C15915}" destId="{F45D0BA3-C638-4934-B15F-B0B6908AFB6B}" srcOrd="1" destOrd="0" presId="urn:microsoft.com/office/officeart/2005/8/layout/hierarchy1"/>
    <dgm:cxn modelId="{B1DC04CE-938A-46A3-9C27-4651897B850E}" type="presParOf" srcId="{F45D0BA3-C638-4934-B15F-B0B6908AFB6B}" destId="{CBC84CFE-20F8-448B-A4D5-0F9CFF8E4141}" srcOrd="0" destOrd="0" presId="urn:microsoft.com/office/officeart/2005/8/layout/hierarchy1"/>
    <dgm:cxn modelId="{2BC2F286-678B-40DA-8275-091F18DF2914}" type="presParOf" srcId="{CBC84CFE-20F8-448B-A4D5-0F9CFF8E4141}" destId="{ED69A3FD-1B9D-48C4-9F66-DE729DBDE537}" srcOrd="0" destOrd="0" presId="urn:microsoft.com/office/officeart/2005/8/layout/hierarchy1"/>
    <dgm:cxn modelId="{0A3B6849-CE3E-4D64-A298-7F476A0E5DEA}" type="presParOf" srcId="{CBC84CFE-20F8-448B-A4D5-0F9CFF8E4141}" destId="{2AD08C1C-DED3-43AD-815F-84234726E2F3}" srcOrd="1" destOrd="0" presId="urn:microsoft.com/office/officeart/2005/8/layout/hierarchy1"/>
    <dgm:cxn modelId="{22B42C11-68F5-4553-A131-9A082AFEB601}" type="presParOf" srcId="{F45D0BA3-C638-4934-B15F-B0B6908AFB6B}" destId="{FA1F00CD-EC5F-4840-ADFD-6D05BB46C446}" srcOrd="1" destOrd="0" presId="urn:microsoft.com/office/officeart/2005/8/layout/hierarchy1"/>
    <dgm:cxn modelId="{3A139B6F-07DF-4ADE-B998-8F21F67F6500}" type="presParOf" srcId="{913062FA-177D-4DC3-99E8-229AB2C15915}" destId="{4F096468-EF9A-4626-84C9-553847EB2ACE}" srcOrd="2" destOrd="0" presId="urn:microsoft.com/office/officeart/2005/8/layout/hierarchy1"/>
    <dgm:cxn modelId="{31671328-7A48-42A6-9388-B5DF243D1BB4}" type="presParOf" srcId="{4F096468-EF9A-4626-84C9-553847EB2ACE}" destId="{55B179F5-7D55-4F4D-880A-70BCD1C6C7DC}" srcOrd="0" destOrd="0" presId="urn:microsoft.com/office/officeart/2005/8/layout/hierarchy1"/>
    <dgm:cxn modelId="{B9FC4F2D-6450-4C68-ABB8-62B37FEAB27B}" type="presParOf" srcId="{55B179F5-7D55-4F4D-880A-70BCD1C6C7DC}" destId="{CDD7D932-714E-4787-8079-E293B09711A6}" srcOrd="0" destOrd="0" presId="urn:microsoft.com/office/officeart/2005/8/layout/hierarchy1"/>
    <dgm:cxn modelId="{6D08F962-6A15-48DB-A6EE-990E3CF4FED8}" type="presParOf" srcId="{55B179F5-7D55-4F4D-880A-70BCD1C6C7DC}" destId="{314CF83F-3F12-47D5-BB47-85C0F9E6C517}" srcOrd="1" destOrd="0" presId="urn:microsoft.com/office/officeart/2005/8/layout/hierarchy1"/>
    <dgm:cxn modelId="{921B7796-3099-4DCE-AFEC-B4C9C1019187}" type="presParOf" srcId="{4F096468-EF9A-4626-84C9-553847EB2ACE}" destId="{5D22700C-9930-4B23-B4FA-D6353AD56E36}" srcOrd="1" destOrd="0" presId="urn:microsoft.com/office/officeart/2005/8/layout/hierarchy1"/>
    <dgm:cxn modelId="{E02492EE-0F35-4EE1-A8AE-4A2ED771AF80}" type="presParOf" srcId="{913062FA-177D-4DC3-99E8-229AB2C15915}" destId="{22795899-D68C-48A2-8E49-3B56E92A32FE}" srcOrd="3" destOrd="0" presId="urn:microsoft.com/office/officeart/2005/8/layout/hierarchy1"/>
    <dgm:cxn modelId="{2D61893F-9AB7-428B-89F2-83AD297979BB}" type="presParOf" srcId="{22795899-D68C-48A2-8E49-3B56E92A32FE}" destId="{9F50B6DA-8E33-46BD-8193-A68D145011BB}" srcOrd="0" destOrd="0" presId="urn:microsoft.com/office/officeart/2005/8/layout/hierarchy1"/>
    <dgm:cxn modelId="{34179C36-57C7-4FAF-A43D-FB057215DE63}" type="presParOf" srcId="{9F50B6DA-8E33-46BD-8193-A68D145011BB}" destId="{C728656F-FB63-401B-9707-3934AB0B27A7}" srcOrd="0" destOrd="0" presId="urn:microsoft.com/office/officeart/2005/8/layout/hierarchy1"/>
    <dgm:cxn modelId="{0C9E9DA1-6350-49F1-B962-C8350C706FAA}" type="presParOf" srcId="{9F50B6DA-8E33-46BD-8193-A68D145011BB}" destId="{F04ED173-FD98-49C2-8E98-9596B9D3A584}" srcOrd="1" destOrd="0" presId="urn:microsoft.com/office/officeart/2005/8/layout/hierarchy1"/>
    <dgm:cxn modelId="{67E7D9C9-1391-4D62-A555-D8746C8ED420}" type="presParOf" srcId="{22795899-D68C-48A2-8E49-3B56E92A32FE}" destId="{F246824B-0959-4FAD-A9B2-4AF05CE26F8C}" srcOrd="1" destOrd="0" presId="urn:microsoft.com/office/officeart/2005/8/layout/hierarchy1"/>
    <dgm:cxn modelId="{7F3A269A-8DA7-41FA-9C0C-C6E5B2629E77}" type="presParOf" srcId="{913062FA-177D-4DC3-99E8-229AB2C15915}" destId="{6F8385BC-7972-4AA0-A1E4-4466BCFE1C57}" srcOrd="4" destOrd="0" presId="urn:microsoft.com/office/officeart/2005/8/layout/hierarchy1"/>
    <dgm:cxn modelId="{1082C8C2-8EA6-442A-B7F1-5BC592E9CD5E}" type="presParOf" srcId="{6F8385BC-7972-4AA0-A1E4-4466BCFE1C57}" destId="{9C45546C-73BA-4E76-A6DA-57E43E23E154}" srcOrd="0" destOrd="0" presId="urn:microsoft.com/office/officeart/2005/8/layout/hierarchy1"/>
    <dgm:cxn modelId="{6836C5DC-25D9-4E6A-8F18-2AC65FB405BA}" type="presParOf" srcId="{9C45546C-73BA-4E76-A6DA-57E43E23E154}" destId="{E618A23D-07AB-4D4E-A23B-F5E2CD807349}" srcOrd="0" destOrd="0" presId="urn:microsoft.com/office/officeart/2005/8/layout/hierarchy1"/>
    <dgm:cxn modelId="{D7801593-411F-4D51-85C3-F3C7E9C6152C}" type="presParOf" srcId="{9C45546C-73BA-4E76-A6DA-57E43E23E154}" destId="{AC3E934F-12BC-4270-825A-7EC3173D8610}" srcOrd="1" destOrd="0" presId="urn:microsoft.com/office/officeart/2005/8/layout/hierarchy1"/>
    <dgm:cxn modelId="{B0AA40E7-2807-43E1-85F7-C298F61FC1C7}" type="presParOf" srcId="{6F8385BC-7972-4AA0-A1E4-4466BCFE1C57}" destId="{BD1F2F3D-8FD1-48DC-A630-2DA718A4D711}"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9B8804F-4296-43E8-8214-3B655FC433EB}"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068439EC-EFDA-4E4D-A71B-94D46FAAEA0D}">
      <dgm:prSet/>
      <dgm:spPr/>
      <dgm:t>
        <a:bodyPr/>
        <a:lstStyle/>
        <a:p>
          <a:pPr>
            <a:lnSpc>
              <a:spcPct val="100000"/>
            </a:lnSpc>
          </a:pPr>
          <a:r>
            <a:rPr lang="en-US"/>
            <a:t>Mastering English speaking is a journey that transforms passive knowledge into </a:t>
          </a:r>
          <a:r>
            <a:rPr lang="en-US" b="1"/>
            <a:t>active communication</a:t>
          </a:r>
          <a:r>
            <a:rPr lang="en-US"/>
            <a:t>. While grammar and vocabulary provide the necessary foundation, true fluency emerges through consistent practice and immersion. An effective introduction to speaking focuses on </a:t>
          </a:r>
          <a:r>
            <a:rPr lang="en-US" b="1"/>
            <a:t>phonetics</a:t>
          </a:r>
          <a:r>
            <a:rPr lang="en-US"/>
            <a:t>, the natural rhythm of speech, and the ability to think in English rather than translating from a native tongue.</a:t>
          </a:r>
        </a:p>
      </dgm:t>
    </dgm:pt>
    <dgm:pt modelId="{A1E2E970-AB3A-4DCD-B698-7E152EBD9D52}" type="parTrans" cxnId="{1FDA5B67-5319-43A5-A552-05FB3D88C99A}">
      <dgm:prSet/>
      <dgm:spPr/>
      <dgm:t>
        <a:bodyPr/>
        <a:lstStyle/>
        <a:p>
          <a:endParaRPr lang="en-US"/>
        </a:p>
      </dgm:t>
    </dgm:pt>
    <dgm:pt modelId="{AF792EB4-3D87-41EE-B2EE-2E9045431C95}" type="sibTrans" cxnId="{1FDA5B67-5319-43A5-A552-05FB3D88C99A}">
      <dgm:prSet/>
      <dgm:spPr/>
      <dgm:t>
        <a:bodyPr/>
        <a:lstStyle/>
        <a:p>
          <a:endParaRPr lang="en-US"/>
        </a:p>
      </dgm:t>
    </dgm:pt>
    <dgm:pt modelId="{1BA4E4F0-0821-4610-89FE-07604B4D5CD7}">
      <dgm:prSet/>
      <dgm:spPr/>
      <dgm:t>
        <a:bodyPr/>
        <a:lstStyle/>
        <a:p>
          <a:pPr>
            <a:lnSpc>
              <a:spcPct val="100000"/>
            </a:lnSpc>
          </a:pPr>
          <a:r>
            <a:rPr lang="en-US"/>
            <a:t>Developing these skills requires a willingness to embrace mistakes as essential learning milestones. By engaging in diverse conversations—ranging from casual small talk to structured debates—learners build the confidence needed to navigate global environments, eventually bridging cultural gaps through clear, expressive dialogue.</a:t>
          </a:r>
        </a:p>
      </dgm:t>
    </dgm:pt>
    <dgm:pt modelId="{1BA31D77-A428-44C1-BEE5-C946E3326F8B}" type="parTrans" cxnId="{12475A2D-CC22-4479-B07B-957B465E8A9F}">
      <dgm:prSet/>
      <dgm:spPr/>
      <dgm:t>
        <a:bodyPr/>
        <a:lstStyle/>
        <a:p>
          <a:endParaRPr lang="en-US"/>
        </a:p>
      </dgm:t>
    </dgm:pt>
    <dgm:pt modelId="{C3BCD5A8-1C78-4B84-8096-C9702F151455}" type="sibTrans" cxnId="{12475A2D-CC22-4479-B07B-957B465E8A9F}">
      <dgm:prSet/>
      <dgm:spPr/>
      <dgm:t>
        <a:bodyPr/>
        <a:lstStyle/>
        <a:p>
          <a:endParaRPr lang="en-US"/>
        </a:p>
      </dgm:t>
    </dgm:pt>
    <dgm:pt modelId="{6D56C03D-EFE6-48B5-B222-A36E079E288D}" type="pres">
      <dgm:prSet presAssocID="{39B8804F-4296-43E8-8214-3B655FC433EB}" presName="root" presStyleCnt="0">
        <dgm:presLayoutVars>
          <dgm:dir/>
          <dgm:resizeHandles val="exact"/>
        </dgm:presLayoutVars>
      </dgm:prSet>
      <dgm:spPr/>
    </dgm:pt>
    <dgm:pt modelId="{76AB51F1-13C5-4FE7-8E86-DF56578D8799}" type="pres">
      <dgm:prSet presAssocID="{068439EC-EFDA-4E4D-A71B-94D46FAAEA0D}" presName="compNode" presStyleCnt="0"/>
      <dgm:spPr/>
    </dgm:pt>
    <dgm:pt modelId="{FD49B4FF-A71B-41A5-9377-C8B184F79CF3}" type="pres">
      <dgm:prSet presAssocID="{068439EC-EFDA-4E4D-A71B-94D46FAAEA0D}" presName="bgRect" presStyleLbl="bgShp" presStyleIdx="0" presStyleCnt="2"/>
      <dgm:spPr/>
    </dgm:pt>
    <dgm:pt modelId="{CE4DBE9A-EE9A-41DE-95E1-8D849091125F}" type="pres">
      <dgm:prSet presAssocID="{068439EC-EFDA-4E4D-A71B-94D46FAAEA0D}" presName="iconRect" presStyleLbl="node1" presStyleIdx="0"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Books"/>
        </a:ext>
      </dgm:extLst>
    </dgm:pt>
    <dgm:pt modelId="{98030F69-1C47-4783-8505-081A01B3540A}" type="pres">
      <dgm:prSet presAssocID="{068439EC-EFDA-4E4D-A71B-94D46FAAEA0D}" presName="spaceRect" presStyleCnt="0"/>
      <dgm:spPr/>
    </dgm:pt>
    <dgm:pt modelId="{9368CC49-746D-4DAA-A614-222DD76A315A}" type="pres">
      <dgm:prSet presAssocID="{068439EC-EFDA-4E4D-A71B-94D46FAAEA0D}" presName="parTx" presStyleLbl="revTx" presStyleIdx="0" presStyleCnt="2">
        <dgm:presLayoutVars>
          <dgm:chMax val="0"/>
          <dgm:chPref val="0"/>
        </dgm:presLayoutVars>
      </dgm:prSet>
      <dgm:spPr/>
    </dgm:pt>
    <dgm:pt modelId="{08E32816-1130-4E77-931C-2D6F0FE1EC9F}" type="pres">
      <dgm:prSet presAssocID="{AF792EB4-3D87-41EE-B2EE-2E9045431C95}" presName="sibTrans" presStyleCnt="0"/>
      <dgm:spPr/>
    </dgm:pt>
    <dgm:pt modelId="{6BB6B55E-A5F9-4589-9F05-F1CB1B1587BF}" type="pres">
      <dgm:prSet presAssocID="{1BA4E4F0-0821-4610-89FE-07604B4D5CD7}" presName="compNode" presStyleCnt="0"/>
      <dgm:spPr/>
    </dgm:pt>
    <dgm:pt modelId="{1D251F54-75D7-4EBD-A523-83189AD815BB}" type="pres">
      <dgm:prSet presAssocID="{1BA4E4F0-0821-4610-89FE-07604B4D5CD7}" presName="bgRect" presStyleLbl="bgShp" presStyleIdx="1" presStyleCnt="2"/>
      <dgm:spPr/>
    </dgm:pt>
    <dgm:pt modelId="{AD30CA3E-D257-437F-B537-96B610155C27}" type="pres">
      <dgm:prSet presAssocID="{1BA4E4F0-0821-4610-89FE-07604B4D5CD7}" presName="iconRect" presStyleLbl="node1" presStyleIdx="1"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Head with Gears"/>
        </a:ext>
      </dgm:extLst>
    </dgm:pt>
    <dgm:pt modelId="{7EC4E3B2-D3CD-4768-BBA7-D81B8810502E}" type="pres">
      <dgm:prSet presAssocID="{1BA4E4F0-0821-4610-89FE-07604B4D5CD7}" presName="spaceRect" presStyleCnt="0"/>
      <dgm:spPr/>
    </dgm:pt>
    <dgm:pt modelId="{23D3C635-EF81-4E6F-B2F8-D87214302239}" type="pres">
      <dgm:prSet presAssocID="{1BA4E4F0-0821-4610-89FE-07604B4D5CD7}" presName="parTx" presStyleLbl="revTx" presStyleIdx="1" presStyleCnt="2">
        <dgm:presLayoutVars>
          <dgm:chMax val="0"/>
          <dgm:chPref val="0"/>
        </dgm:presLayoutVars>
      </dgm:prSet>
      <dgm:spPr/>
    </dgm:pt>
  </dgm:ptLst>
  <dgm:cxnLst>
    <dgm:cxn modelId="{3A321111-48C2-4919-AEBA-651F655C73B6}" type="presOf" srcId="{1BA4E4F0-0821-4610-89FE-07604B4D5CD7}" destId="{23D3C635-EF81-4E6F-B2F8-D87214302239}" srcOrd="0" destOrd="0" presId="urn:microsoft.com/office/officeart/2018/2/layout/IconVerticalSolidList"/>
    <dgm:cxn modelId="{12475A2D-CC22-4479-B07B-957B465E8A9F}" srcId="{39B8804F-4296-43E8-8214-3B655FC433EB}" destId="{1BA4E4F0-0821-4610-89FE-07604B4D5CD7}" srcOrd="1" destOrd="0" parTransId="{1BA31D77-A428-44C1-BEE5-C946E3326F8B}" sibTransId="{C3BCD5A8-1C78-4B84-8096-C9702F151455}"/>
    <dgm:cxn modelId="{1FDA5B67-5319-43A5-A552-05FB3D88C99A}" srcId="{39B8804F-4296-43E8-8214-3B655FC433EB}" destId="{068439EC-EFDA-4E4D-A71B-94D46FAAEA0D}" srcOrd="0" destOrd="0" parTransId="{A1E2E970-AB3A-4DCD-B698-7E152EBD9D52}" sibTransId="{AF792EB4-3D87-41EE-B2EE-2E9045431C95}"/>
    <dgm:cxn modelId="{25694D49-37AA-41F7-8C7D-3018CA3C821F}" type="presOf" srcId="{068439EC-EFDA-4E4D-A71B-94D46FAAEA0D}" destId="{9368CC49-746D-4DAA-A614-222DD76A315A}" srcOrd="0" destOrd="0" presId="urn:microsoft.com/office/officeart/2018/2/layout/IconVerticalSolidList"/>
    <dgm:cxn modelId="{1E6966C0-0ED9-429A-BE0B-D1691DE6D377}" type="presOf" srcId="{39B8804F-4296-43E8-8214-3B655FC433EB}" destId="{6D56C03D-EFE6-48B5-B222-A36E079E288D}" srcOrd="0" destOrd="0" presId="urn:microsoft.com/office/officeart/2018/2/layout/IconVerticalSolidList"/>
    <dgm:cxn modelId="{3B41FDE0-C20D-4E55-AB10-A6ED455151A5}" type="presParOf" srcId="{6D56C03D-EFE6-48B5-B222-A36E079E288D}" destId="{76AB51F1-13C5-4FE7-8E86-DF56578D8799}" srcOrd="0" destOrd="0" presId="urn:microsoft.com/office/officeart/2018/2/layout/IconVerticalSolidList"/>
    <dgm:cxn modelId="{93937DFF-B3AD-4FB4-9113-ABC8A4994D52}" type="presParOf" srcId="{76AB51F1-13C5-4FE7-8E86-DF56578D8799}" destId="{FD49B4FF-A71B-41A5-9377-C8B184F79CF3}" srcOrd="0" destOrd="0" presId="urn:microsoft.com/office/officeart/2018/2/layout/IconVerticalSolidList"/>
    <dgm:cxn modelId="{E83E172D-4C89-4A2E-B8C4-775EFE2B078C}" type="presParOf" srcId="{76AB51F1-13C5-4FE7-8E86-DF56578D8799}" destId="{CE4DBE9A-EE9A-41DE-95E1-8D849091125F}" srcOrd="1" destOrd="0" presId="urn:microsoft.com/office/officeart/2018/2/layout/IconVerticalSolidList"/>
    <dgm:cxn modelId="{7AE858C6-7C06-41FA-BC85-36E58CBD8DC8}" type="presParOf" srcId="{76AB51F1-13C5-4FE7-8E86-DF56578D8799}" destId="{98030F69-1C47-4783-8505-081A01B3540A}" srcOrd="2" destOrd="0" presId="urn:microsoft.com/office/officeart/2018/2/layout/IconVerticalSolidList"/>
    <dgm:cxn modelId="{31B0D938-43D4-4614-9E87-E28B25539F0C}" type="presParOf" srcId="{76AB51F1-13C5-4FE7-8E86-DF56578D8799}" destId="{9368CC49-746D-4DAA-A614-222DD76A315A}" srcOrd="3" destOrd="0" presId="urn:microsoft.com/office/officeart/2018/2/layout/IconVerticalSolidList"/>
    <dgm:cxn modelId="{A53C85FC-C3A8-4D2F-927F-87F1F000F18F}" type="presParOf" srcId="{6D56C03D-EFE6-48B5-B222-A36E079E288D}" destId="{08E32816-1130-4E77-931C-2D6F0FE1EC9F}" srcOrd="1" destOrd="0" presId="urn:microsoft.com/office/officeart/2018/2/layout/IconVerticalSolidList"/>
    <dgm:cxn modelId="{654A1776-42FD-4ED0-93CD-BC6A5ADF6D7A}" type="presParOf" srcId="{6D56C03D-EFE6-48B5-B222-A36E079E288D}" destId="{6BB6B55E-A5F9-4589-9F05-F1CB1B1587BF}" srcOrd="2" destOrd="0" presId="urn:microsoft.com/office/officeart/2018/2/layout/IconVerticalSolidList"/>
    <dgm:cxn modelId="{31BB3222-7FD9-4FD4-ACFA-92376B9CB728}" type="presParOf" srcId="{6BB6B55E-A5F9-4589-9F05-F1CB1B1587BF}" destId="{1D251F54-75D7-4EBD-A523-83189AD815BB}" srcOrd="0" destOrd="0" presId="urn:microsoft.com/office/officeart/2018/2/layout/IconVerticalSolidList"/>
    <dgm:cxn modelId="{F7A615CD-3F8B-4FA8-A95F-D678B9AEF63C}" type="presParOf" srcId="{6BB6B55E-A5F9-4589-9F05-F1CB1B1587BF}" destId="{AD30CA3E-D257-437F-B537-96B610155C27}" srcOrd="1" destOrd="0" presId="urn:microsoft.com/office/officeart/2018/2/layout/IconVerticalSolidList"/>
    <dgm:cxn modelId="{26B40F49-5D4C-4AA0-BF61-C0ED91FE2928}" type="presParOf" srcId="{6BB6B55E-A5F9-4589-9F05-F1CB1B1587BF}" destId="{7EC4E3B2-D3CD-4768-BBA7-D81B8810502E}" srcOrd="2" destOrd="0" presId="urn:microsoft.com/office/officeart/2018/2/layout/IconVerticalSolidList"/>
    <dgm:cxn modelId="{63EFC19D-2311-4627-9FE8-760FC0DFE93B}" type="presParOf" srcId="{6BB6B55E-A5F9-4589-9F05-F1CB1B1587BF}" destId="{23D3C635-EF81-4E6F-B2F8-D87214302239}"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0F780F06-342D-4773-A59F-862BA7404C67}" type="doc">
      <dgm:prSet loTypeId="urn:microsoft.com/office/officeart/2005/8/layout/hierarchy1" loCatId="hierarchy" qsTypeId="urn:microsoft.com/office/officeart/2005/8/quickstyle/simple5" qsCatId="simple" csTypeId="urn:microsoft.com/office/officeart/2005/8/colors/accent1_2" csCatId="accent1"/>
      <dgm:spPr/>
      <dgm:t>
        <a:bodyPr/>
        <a:lstStyle/>
        <a:p>
          <a:endParaRPr lang="en-US"/>
        </a:p>
      </dgm:t>
    </dgm:pt>
    <dgm:pt modelId="{28E3D2E4-A305-4347-9B7B-43E61F7E2C24}">
      <dgm:prSet/>
      <dgm:spPr/>
      <dgm:t>
        <a:bodyPr/>
        <a:lstStyle/>
        <a:p>
          <a:r>
            <a:rPr lang="en-US"/>
            <a:t>Improving English speaking skills is a vital investment in today’s </a:t>
          </a:r>
          <a:r>
            <a:rPr lang="en-US" b="1"/>
            <a:t>interconnected world</a:t>
          </a:r>
          <a:r>
            <a:rPr lang="en-US"/>
            <a:t>, unlocking doors to global career opportunities and academic excellence. Since English serves as the primary language for international business, science, and technology, the ability to communicate clearly allows you to articulate complex ideas and collaborate with diverse teams effectively.</a:t>
          </a:r>
        </a:p>
      </dgm:t>
    </dgm:pt>
    <dgm:pt modelId="{A3CD86F5-1200-474A-A959-BF3ACAC08DEA}" type="parTrans" cxnId="{B47991CB-F590-49A3-9D32-5C9246E12EDB}">
      <dgm:prSet/>
      <dgm:spPr/>
      <dgm:t>
        <a:bodyPr/>
        <a:lstStyle/>
        <a:p>
          <a:endParaRPr lang="en-US"/>
        </a:p>
      </dgm:t>
    </dgm:pt>
    <dgm:pt modelId="{FA538620-811C-4590-A15E-6A287B1BCFE5}" type="sibTrans" cxnId="{B47991CB-F590-49A3-9D32-5C9246E12EDB}">
      <dgm:prSet/>
      <dgm:spPr/>
      <dgm:t>
        <a:bodyPr/>
        <a:lstStyle/>
        <a:p>
          <a:endParaRPr lang="en-US"/>
        </a:p>
      </dgm:t>
    </dgm:pt>
    <dgm:pt modelId="{AE5B4F41-911D-4553-B5C2-4397069C53D1}">
      <dgm:prSet/>
      <dgm:spPr/>
      <dgm:t>
        <a:bodyPr/>
        <a:lstStyle/>
        <a:p>
          <a:r>
            <a:rPr lang="en-US"/>
            <a:t>Beyond professional advancement, vocal fluency fosters </a:t>
          </a:r>
          <a:r>
            <a:rPr lang="en-US" b="1"/>
            <a:t>personal growth</a:t>
          </a:r>
          <a:r>
            <a:rPr lang="en-US"/>
            <a:t> and cultural empathy. It enables you to navigate travel experiences with ease and build meaningful connections with people from different backgrounds. Ultimately, sharpening your speech boosts self-confidence, ensuring your voice is heard and respected in any global conversation.</a:t>
          </a:r>
        </a:p>
      </dgm:t>
    </dgm:pt>
    <dgm:pt modelId="{D5A73BFE-F889-4F46-B5C4-5015EBDF8E3F}" type="parTrans" cxnId="{AAF69A68-2D75-4939-8EB3-2F8CC1E26287}">
      <dgm:prSet/>
      <dgm:spPr/>
      <dgm:t>
        <a:bodyPr/>
        <a:lstStyle/>
        <a:p>
          <a:endParaRPr lang="en-US"/>
        </a:p>
      </dgm:t>
    </dgm:pt>
    <dgm:pt modelId="{85A91622-5E1C-40C3-9C65-F45305769B2D}" type="sibTrans" cxnId="{AAF69A68-2D75-4939-8EB3-2F8CC1E26287}">
      <dgm:prSet/>
      <dgm:spPr/>
      <dgm:t>
        <a:bodyPr/>
        <a:lstStyle/>
        <a:p>
          <a:endParaRPr lang="en-US"/>
        </a:p>
      </dgm:t>
    </dgm:pt>
    <dgm:pt modelId="{1D841976-D419-4873-B086-86D2BC115B19}" type="pres">
      <dgm:prSet presAssocID="{0F780F06-342D-4773-A59F-862BA7404C67}" presName="hierChild1" presStyleCnt="0">
        <dgm:presLayoutVars>
          <dgm:chPref val="1"/>
          <dgm:dir/>
          <dgm:animOne val="branch"/>
          <dgm:animLvl val="lvl"/>
          <dgm:resizeHandles/>
        </dgm:presLayoutVars>
      </dgm:prSet>
      <dgm:spPr/>
    </dgm:pt>
    <dgm:pt modelId="{D44199DB-EAA9-4C42-ADC2-252B34D86FB2}" type="pres">
      <dgm:prSet presAssocID="{28E3D2E4-A305-4347-9B7B-43E61F7E2C24}" presName="hierRoot1" presStyleCnt="0"/>
      <dgm:spPr/>
    </dgm:pt>
    <dgm:pt modelId="{8D8AD47E-482A-4B20-84FE-DF358BC5C89E}" type="pres">
      <dgm:prSet presAssocID="{28E3D2E4-A305-4347-9B7B-43E61F7E2C24}" presName="composite" presStyleCnt="0"/>
      <dgm:spPr/>
    </dgm:pt>
    <dgm:pt modelId="{EF6C8184-17E6-4321-AAAA-7FB98BE16566}" type="pres">
      <dgm:prSet presAssocID="{28E3D2E4-A305-4347-9B7B-43E61F7E2C24}" presName="background" presStyleLbl="node0" presStyleIdx="0" presStyleCnt="2"/>
      <dgm:spPr/>
    </dgm:pt>
    <dgm:pt modelId="{DC5846D3-050A-422C-A50D-A44F592772BD}" type="pres">
      <dgm:prSet presAssocID="{28E3D2E4-A305-4347-9B7B-43E61F7E2C24}" presName="text" presStyleLbl="fgAcc0" presStyleIdx="0" presStyleCnt="2">
        <dgm:presLayoutVars>
          <dgm:chPref val="3"/>
        </dgm:presLayoutVars>
      </dgm:prSet>
      <dgm:spPr/>
    </dgm:pt>
    <dgm:pt modelId="{482FC956-69B2-480B-AE52-9D531796114B}" type="pres">
      <dgm:prSet presAssocID="{28E3D2E4-A305-4347-9B7B-43E61F7E2C24}" presName="hierChild2" presStyleCnt="0"/>
      <dgm:spPr/>
    </dgm:pt>
    <dgm:pt modelId="{D571D2E1-D77B-4571-B0A8-446EBFD99D9C}" type="pres">
      <dgm:prSet presAssocID="{AE5B4F41-911D-4553-B5C2-4397069C53D1}" presName="hierRoot1" presStyleCnt="0"/>
      <dgm:spPr/>
    </dgm:pt>
    <dgm:pt modelId="{F0B49313-E98A-40C6-9090-259D336CFBD1}" type="pres">
      <dgm:prSet presAssocID="{AE5B4F41-911D-4553-B5C2-4397069C53D1}" presName="composite" presStyleCnt="0"/>
      <dgm:spPr/>
    </dgm:pt>
    <dgm:pt modelId="{71B1EA3C-4940-4550-90C6-19D5BB5576E7}" type="pres">
      <dgm:prSet presAssocID="{AE5B4F41-911D-4553-B5C2-4397069C53D1}" presName="background" presStyleLbl="node0" presStyleIdx="1" presStyleCnt="2"/>
      <dgm:spPr/>
    </dgm:pt>
    <dgm:pt modelId="{34323C5B-7634-41B2-A066-1212594850DF}" type="pres">
      <dgm:prSet presAssocID="{AE5B4F41-911D-4553-B5C2-4397069C53D1}" presName="text" presStyleLbl="fgAcc0" presStyleIdx="1" presStyleCnt="2">
        <dgm:presLayoutVars>
          <dgm:chPref val="3"/>
        </dgm:presLayoutVars>
      </dgm:prSet>
      <dgm:spPr/>
    </dgm:pt>
    <dgm:pt modelId="{790D8588-7D57-44AA-A330-FDA1E15DA3F5}" type="pres">
      <dgm:prSet presAssocID="{AE5B4F41-911D-4553-B5C2-4397069C53D1}" presName="hierChild2" presStyleCnt="0"/>
      <dgm:spPr/>
    </dgm:pt>
  </dgm:ptLst>
  <dgm:cxnLst>
    <dgm:cxn modelId="{AAF69A68-2D75-4939-8EB3-2F8CC1E26287}" srcId="{0F780F06-342D-4773-A59F-862BA7404C67}" destId="{AE5B4F41-911D-4553-B5C2-4397069C53D1}" srcOrd="1" destOrd="0" parTransId="{D5A73BFE-F889-4F46-B5C4-5015EBDF8E3F}" sibTransId="{85A91622-5E1C-40C3-9C65-F45305769B2D}"/>
    <dgm:cxn modelId="{FBEF048A-AB5D-44C5-92C2-70B62CB5571F}" type="presOf" srcId="{AE5B4F41-911D-4553-B5C2-4397069C53D1}" destId="{34323C5B-7634-41B2-A066-1212594850DF}" srcOrd="0" destOrd="0" presId="urn:microsoft.com/office/officeart/2005/8/layout/hierarchy1"/>
    <dgm:cxn modelId="{02B2C1C9-1A2E-4FC4-AF13-34F584D75E9E}" type="presOf" srcId="{0F780F06-342D-4773-A59F-862BA7404C67}" destId="{1D841976-D419-4873-B086-86D2BC115B19}" srcOrd="0" destOrd="0" presId="urn:microsoft.com/office/officeart/2005/8/layout/hierarchy1"/>
    <dgm:cxn modelId="{B47991CB-F590-49A3-9D32-5C9246E12EDB}" srcId="{0F780F06-342D-4773-A59F-862BA7404C67}" destId="{28E3D2E4-A305-4347-9B7B-43E61F7E2C24}" srcOrd="0" destOrd="0" parTransId="{A3CD86F5-1200-474A-A959-BF3ACAC08DEA}" sibTransId="{FA538620-811C-4590-A15E-6A287B1BCFE5}"/>
    <dgm:cxn modelId="{19ACE3D7-F909-41BD-97A0-EC7B7E858E54}" type="presOf" srcId="{28E3D2E4-A305-4347-9B7B-43E61F7E2C24}" destId="{DC5846D3-050A-422C-A50D-A44F592772BD}" srcOrd="0" destOrd="0" presId="urn:microsoft.com/office/officeart/2005/8/layout/hierarchy1"/>
    <dgm:cxn modelId="{8F5161C2-540A-4C95-96C1-9E553F388456}" type="presParOf" srcId="{1D841976-D419-4873-B086-86D2BC115B19}" destId="{D44199DB-EAA9-4C42-ADC2-252B34D86FB2}" srcOrd="0" destOrd="0" presId="urn:microsoft.com/office/officeart/2005/8/layout/hierarchy1"/>
    <dgm:cxn modelId="{3D20FDF1-D193-4BD8-89ED-7290CB6E5EBF}" type="presParOf" srcId="{D44199DB-EAA9-4C42-ADC2-252B34D86FB2}" destId="{8D8AD47E-482A-4B20-84FE-DF358BC5C89E}" srcOrd="0" destOrd="0" presId="urn:microsoft.com/office/officeart/2005/8/layout/hierarchy1"/>
    <dgm:cxn modelId="{FC7B0B8A-6723-49FA-A365-F656225F379A}" type="presParOf" srcId="{8D8AD47E-482A-4B20-84FE-DF358BC5C89E}" destId="{EF6C8184-17E6-4321-AAAA-7FB98BE16566}" srcOrd="0" destOrd="0" presId="urn:microsoft.com/office/officeart/2005/8/layout/hierarchy1"/>
    <dgm:cxn modelId="{301EECED-9C9F-4053-8484-E9FC6E994179}" type="presParOf" srcId="{8D8AD47E-482A-4B20-84FE-DF358BC5C89E}" destId="{DC5846D3-050A-422C-A50D-A44F592772BD}" srcOrd="1" destOrd="0" presId="urn:microsoft.com/office/officeart/2005/8/layout/hierarchy1"/>
    <dgm:cxn modelId="{3F2A3349-995B-4611-B14D-D8A0FB9BB07F}" type="presParOf" srcId="{D44199DB-EAA9-4C42-ADC2-252B34D86FB2}" destId="{482FC956-69B2-480B-AE52-9D531796114B}" srcOrd="1" destOrd="0" presId="urn:microsoft.com/office/officeart/2005/8/layout/hierarchy1"/>
    <dgm:cxn modelId="{A7348891-0A35-4EFC-9811-FF255D3E8ED6}" type="presParOf" srcId="{1D841976-D419-4873-B086-86D2BC115B19}" destId="{D571D2E1-D77B-4571-B0A8-446EBFD99D9C}" srcOrd="1" destOrd="0" presId="urn:microsoft.com/office/officeart/2005/8/layout/hierarchy1"/>
    <dgm:cxn modelId="{DD2CD54D-CB52-488F-B5A6-8621717BFDF2}" type="presParOf" srcId="{D571D2E1-D77B-4571-B0A8-446EBFD99D9C}" destId="{F0B49313-E98A-40C6-9090-259D336CFBD1}" srcOrd="0" destOrd="0" presId="urn:microsoft.com/office/officeart/2005/8/layout/hierarchy1"/>
    <dgm:cxn modelId="{748F3D71-0E3C-45D8-BA78-E96691DD5E98}" type="presParOf" srcId="{F0B49313-E98A-40C6-9090-259D336CFBD1}" destId="{71B1EA3C-4940-4550-90C6-19D5BB5576E7}" srcOrd="0" destOrd="0" presId="urn:microsoft.com/office/officeart/2005/8/layout/hierarchy1"/>
    <dgm:cxn modelId="{C5BD9927-6BE8-4FC7-9491-934509506B6C}" type="presParOf" srcId="{F0B49313-E98A-40C6-9090-259D336CFBD1}" destId="{34323C5B-7634-41B2-A066-1212594850DF}" srcOrd="1" destOrd="0" presId="urn:microsoft.com/office/officeart/2005/8/layout/hierarchy1"/>
    <dgm:cxn modelId="{95A5B6F4-44EB-481F-9C3A-23DC7F567DD8}" type="presParOf" srcId="{D571D2E1-D77B-4571-B0A8-446EBFD99D9C}" destId="{790D8588-7D57-44AA-A330-FDA1E15DA3F5}"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B94A6CF-9B39-498A-BFDE-D095B7BC9994}">
      <dsp:nvSpPr>
        <dsp:cNvPr id="0" name=""/>
        <dsp:cNvSpPr/>
      </dsp:nvSpPr>
      <dsp:spPr>
        <a:xfrm>
          <a:off x="3735" y="1170774"/>
          <a:ext cx="1820059" cy="1155737"/>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ED3BE85-0194-4C06-84E5-3A94249CF8A0}">
      <dsp:nvSpPr>
        <dsp:cNvPr id="0" name=""/>
        <dsp:cNvSpPr/>
      </dsp:nvSpPr>
      <dsp:spPr>
        <a:xfrm>
          <a:off x="205963" y="1362892"/>
          <a:ext cx="1820059" cy="1155737"/>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a:latin typeface="Aptos" panose="020B0004020202020204"/>
              <a:ea typeface="+mn-ea"/>
              <a:cs typeface="+mn-cs"/>
            </a:rPr>
            <a:t>Introduction</a:t>
          </a:r>
        </a:p>
      </dsp:txBody>
      <dsp:txXfrm>
        <a:off x="239813" y="1396742"/>
        <a:ext cx="1752359" cy="1088037"/>
      </dsp:txXfrm>
    </dsp:sp>
    <dsp:sp modelId="{ED69A3FD-1B9D-48C4-9F66-DE729DBDE537}">
      <dsp:nvSpPr>
        <dsp:cNvPr id="0" name=""/>
        <dsp:cNvSpPr/>
      </dsp:nvSpPr>
      <dsp:spPr>
        <a:xfrm>
          <a:off x="2228252" y="1170774"/>
          <a:ext cx="1820059" cy="1155737"/>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AD08C1C-DED3-43AD-815F-84234726E2F3}">
      <dsp:nvSpPr>
        <dsp:cNvPr id="0" name=""/>
        <dsp:cNvSpPr/>
      </dsp:nvSpPr>
      <dsp:spPr>
        <a:xfrm>
          <a:off x="2430481" y="1362892"/>
          <a:ext cx="1820059" cy="1155737"/>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a:latin typeface="Aptos" panose="020B0004020202020204"/>
              <a:ea typeface="+mn-ea"/>
              <a:cs typeface="+mn-cs"/>
            </a:rPr>
            <a:t>Why should we improve our English speaking</a:t>
          </a:r>
        </a:p>
      </dsp:txBody>
      <dsp:txXfrm>
        <a:off x="2464331" y="1396742"/>
        <a:ext cx="1752359" cy="1088037"/>
      </dsp:txXfrm>
    </dsp:sp>
    <dsp:sp modelId="{CDD7D932-714E-4787-8079-E293B09711A6}">
      <dsp:nvSpPr>
        <dsp:cNvPr id="0" name=""/>
        <dsp:cNvSpPr/>
      </dsp:nvSpPr>
      <dsp:spPr>
        <a:xfrm>
          <a:off x="4452770" y="1170774"/>
          <a:ext cx="1820059" cy="1155737"/>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14CF83F-3F12-47D5-BB47-85C0F9E6C517}">
      <dsp:nvSpPr>
        <dsp:cNvPr id="0" name=""/>
        <dsp:cNvSpPr/>
      </dsp:nvSpPr>
      <dsp:spPr>
        <a:xfrm>
          <a:off x="4654999" y="1362892"/>
          <a:ext cx="1820059" cy="1155737"/>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a:latin typeface="Aptos" panose="020B0004020202020204"/>
              <a:ea typeface="+mn-ea"/>
              <a:cs typeface="+mn-cs"/>
            </a:rPr>
            <a:t>How should we improve our English speaking</a:t>
          </a:r>
        </a:p>
      </dsp:txBody>
      <dsp:txXfrm>
        <a:off x="4688849" y="1396742"/>
        <a:ext cx="1752359" cy="1088037"/>
      </dsp:txXfrm>
    </dsp:sp>
    <dsp:sp modelId="{C728656F-FB63-401B-9707-3934AB0B27A7}">
      <dsp:nvSpPr>
        <dsp:cNvPr id="0" name=""/>
        <dsp:cNvSpPr/>
      </dsp:nvSpPr>
      <dsp:spPr>
        <a:xfrm>
          <a:off x="6677287" y="1170774"/>
          <a:ext cx="1820059" cy="1155737"/>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04ED173-FD98-49C2-8E98-9596B9D3A584}">
      <dsp:nvSpPr>
        <dsp:cNvPr id="0" name=""/>
        <dsp:cNvSpPr/>
      </dsp:nvSpPr>
      <dsp:spPr>
        <a:xfrm>
          <a:off x="6879516" y="1362892"/>
          <a:ext cx="1820059" cy="1155737"/>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a:latin typeface="Aptos" panose="020B0004020202020204"/>
              <a:ea typeface="+mn-ea"/>
              <a:cs typeface="+mn-cs"/>
            </a:rPr>
            <a:t>Benefits of English improvement</a:t>
          </a:r>
        </a:p>
      </dsp:txBody>
      <dsp:txXfrm>
        <a:off x="6913366" y="1396742"/>
        <a:ext cx="1752359" cy="1088037"/>
      </dsp:txXfrm>
    </dsp:sp>
    <dsp:sp modelId="{E618A23D-07AB-4D4E-A23B-F5E2CD807349}">
      <dsp:nvSpPr>
        <dsp:cNvPr id="0" name=""/>
        <dsp:cNvSpPr/>
      </dsp:nvSpPr>
      <dsp:spPr>
        <a:xfrm>
          <a:off x="8901805" y="1170774"/>
          <a:ext cx="1820059" cy="1155737"/>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C3E934F-12BC-4270-825A-7EC3173D8610}">
      <dsp:nvSpPr>
        <dsp:cNvPr id="0" name=""/>
        <dsp:cNvSpPr/>
      </dsp:nvSpPr>
      <dsp:spPr>
        <a:xfrm>
          <a:off x="9104034" y="1362892"/>
          <a:ext cx="1820059" cy="1155737"/>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latin typeface="Aptos"/>
              <a:ea typeface="+mn-ea"/>
              <a:cs typeface="+mn-cs"/>
            </a:rPr>
            <a:t>Conclusion</a:t>
          </a:r>
        </a:p>
      </dsp:txBody>
      <dsp:txXfrm>
        <a:off x="9137884" y="1396742"/>
        <a:ext cx="1752359" cy="108803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D49B4FF-A71B-41A5-9377-C8B184F79CF3}">
      <dsp:nvSpPr>
        <dsp:cNvPr id="0" name=""/>
        <dsp:cNvSpPr/>
      </dsp:nvSpPr>
      <dsp:spPr>
        <a:xfrm>
          <a:off x="0" y="707092"/>
          <a:ext cx="10515600" cy="1305401"/>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E4DBE9A-EE9A-41DE-95E1-8D849091125F}">
      <dsp:nvSpPr>
        <dsp:cNvPr id="0" name=""/>
        <dsp:cNvSpPr/>
      </dsp:nvSpPr>
      <dsp:spPr>
        <a:xfrm>
          <a:off x="394883" y="1000807"/>
          <a:ext cx="717970" cy="71797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368CC49-746D-4DAA-A614-222DD76A315A}">
      <dsp:nvSpPr>
        <dsp:cNvPr id="0" name=""/>
        <dsp:cNvSpPr/>
      </dsp:nvSpPr>
      <dsp:spPr>
        <a:xfrm>
          <a:off x="1507738" y="707092"/>
          <a:ext cx="9007861" cy="13054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8155" tIns="138155" rIns="138155" bIns="138155" numCol="1" spcCol="1270" anchor="ctr" anchorCtr="0">
          <a:noAutofit/>
        </a:bodyPr>
        <a:lstStyle/>
        <a:p>
          <a:pPr marL="0" lvl="0" indent="0" algn="l" defTabSz="666750">
            <a:lnSpc>
              <a:spcPct val="100000"/>
            </a:lnSpc>
            <a:spcBef>
              <a:spcPct val="0"/>
            </a:spcBef>
            <a:spcAft>
              <a:spcPct val="35000"/>
            </a:spcAft>
            <a:buNone/>
          </a:pPr>
          <a:r>
            <a:rPr lang="en-US" sz="1500" kern="1200"/>
            <a:t>Mastering English speaking is a journey that transforms passive knowledge into </a:t>
          </a:r>
          <a:r>
            <a:rPr lang="en-US" sz="1500" b="1" kern="1200"/>
            <a:t>active communication</a:t>
          </a:r>
          <a:r>
            <a:rPr lang="en-US" sz="1500" kern="1200"/>
            <a:t>. While grammar and vocabulary provide the necessary foundation, true fluency emerges through consistent practice and immersion. An effective introduction to speaking focuses on </a:t>
          </a:r>
          <a:r>
            <a:rPr lang="en-US" sz="1500" b="1" kern="1200"/>
            <a:t>phonetics</a:t>
          </a:r>
          <a:r>
            <a:rPr lang="en-US" sz="1500" kern="1200"/>
            <a:t>, the natural rhythm of speech, and the ability to think in English rather than translating from a native tongue.</a:t>
          </a:r>
        </a:p>
      </dsp:txBody>
      <dsp:txXfrm>
        <a:off x="1507738" y="707092"/>
        <a:ext cx="9007861" cy="1305401"/>
      </dsp:txXfrm>
    </dsp:sp>
    <dsp:sp modelId="{1D251F54-75D7-4EBD-A523-83189AD815BB}">
      <dsp:nvSpPr>
        <dsp:cNvPr id="0" name=""/>
        <dsp:cNvSpPr/>
      </dsp:nvSpPr>
      <dsp:spPr>
        <a:xfrm>
          <a:off x="0" y="2338844"/>
          <a:ext cx="10515600" cy="1305401"/>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D30CA3E-D257-437F-B537-96B610155C27}">
      <dsp:nvSpPr>
        <dsp:cNvPr id="0" name=""/>
        <dsp:cNvSpPr/>
      </dsp:nvSpPr>
      <dsp:spPr>
        <a:xfrm>
          <a:off x="394883" y="2632559"/>
          <a:ext cx="717970" cy="71797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3D3C635-EF81-4E6F-B2F8-D87214302239}">
      <dsp:nvSpPr>
        <dsp:cNvPr id="0" name=""/>
        <dsp:cNvSpPr/>
      </dsp:nvSpPr>
      <dsp:spPr>
        <a:xfrm>
          <a:off x="1507738" y="2338844"/>
          <a:ext cx="9007861" cy="13054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8155" tIns="138155" rIns="138155" bIns="138155" numCol="1" spcCol="1270" anchor="ctr" anchorCtr="0">
          <a:noAutofit/>
        </a:bodyPr>
        <a:lstStyle/>
        <a:p>
          <a:pPr marL="0" lvl="0" indent="0" algn="l" defTabSz="666750">
            <a:lnSpc>
              <a:spcPct val="100000"/>
            </a:lnSpc>
            <a:spcBef>
              <a:spcPct val="0"/>
            </a:spcBef>
            <a:spcAft>
              <a:spcPct val="35000"/>
            </a:spcAft>
            <a:buNone/>
          </a:pPr>
          <a:r>
            <a:rPr lang="en-US" sz="1500" kern="1200"/>
            <a:t>Developing these skills requires a willingness to embrace mistakes as essential learning milestones. By engaging in diverse conversations—ranging from casual small talk to structured debates—learners build the confidence needed to navigate global environments, eventually bridging cultural gaps through clear, expressive dialogue.</a:t>
          </a:r>
        </a:p>
      </dsp:txBody>
      <dsp:txXfrm>
        <a:off x="1507738" y="2338844"/>
        <a:ext cx="9007861" cy="130540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F6C8184-17E6-4321-AAAA-7FB98BE16566}">
      <dsp:nvSpPr>
        <dsp:cNvPr id="0" name=""/>
        <dsp:cNvSpPr/>
      </dsp:nvSpPr>
      <dsp:spPr>
        <a:xfrm>
          <a:off x="1283" y="507350"/>
          <a:ext cx="4505585" cy="2861046"/>
        </a:xfrm>
        <a:prstGeom prst="roundRect">
          <a:avLst>
            <a:gd name="adj" fmla="val 100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DC5846D3-050A-422C-A50D-A44F592772BD}">
      <dsp:nvSpPr>
        <dsp:cNvPr id="0" name=""/>
        <dsp:cNvSpPr/>
      </dsp:nvSpPr>
      <dsp:spPr>
        <a:xfrm>
          <a:off x="501904" y="982940"/>
          <a:ext cx="4505585" cy="2861046"/>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a:t>Improving English speaking skills is a vital investment in today’s </a:t>
          </a:r>
          <a:r>
            <a:rPr lang="en-US" sz="1800" b="1" kern="1200"/>
            <a:t>interconnected world</a:t>
          </a:r>
          <a:r>
            <a:rPr lang="en-US" sz="1800" kern="1200"/>
            <a:t>, unlocking doors to global career opportunities and academic excellence. Since English serves as the primary language for international business, science, and technology, the ability to communicate clearly allows you to articulate complex ideas and collaborate with diverse teams effectively.</a:t>
          </a:r>
        </a:p>
      </dsp:txBody>
      <dsp:txXfrm>
        <a:off x="585701" y="1066737"/>
        <a:ext cx="4337991" cy="2693452"/>
      </dsp:txXfrm>
    </dsp:sp>
    <dsp:sp modelId="{71B1EA3C-4940-4550-90C6-19D5BB5576E7}">
      <dsp:nvSpPr>
        <dsp:cNvPr id="0" name=""/>
        <dsp:cNvSpPr/>
      </dsp:nvSpPr>
      <dsp:spPr>
        <a:xfrm>
          <a:off x="5508110" y="507350"/>
          <a:ext cx="4505585" cy="2861046"/>
        </a:xfrm>
        <a:prstGeom prst="roundRect">
          <a:avLst>
            <a:gd name="adj" fmla="val 100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34323C5B-7634-41B2-A066-1212594850DF}">
      <dsp:nvSpPr>
        <dsp:cNvPr id="0" name=""/>
        <dsp:cNvSpPr/>
      </dsp:nvSpPr>
      <dsp:spPr>
        <a:xfrm>
          <a:off x="6008730" y="982940"/>
          <a:ext cx="4505585" cy="2861046"/>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a:t>Beyond professional advancement, vocal fluency fosters </a:t>
          </a:r>
          <a:r>
            <a:rPr lang="en-US" sz="1800" b="1" kern="1200"/>
            <a:t>personal growth</a:t>
          </a:r>
          <a:r>
            <a:rPr lang="en-US" sz="1800" kern="1200"/>
            <a:t> and cultural empathy. It enables you to navigate travel experiences with ease and build meaningful connections with people from different backgrounds. Ultimately, sharpening your speech boosts self-confidence, ensuring your voice is heard and respected in any global conversation.</a:t>
          </a:r>
        </a:p>
      </dsp:txBody>
      <dsp:txXfrm>
        <a:off x="6092527" y="1066737"/>
        <a:ext cx="4337991" cy="2693452"/>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4/20/2026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4/20/2026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4/20/2026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4/20/2026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4/20/2026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4/20/2026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4/20/2026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6.jpeg"/><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gi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gif"/><Relationship Id="rId2" Type="http://schemas.openxmlformats.org/officeDocument/2006/relationships/image" Target="../media/image9.gi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221194" y="4229738"/>
            <a:ext cx="3740728" cy="972458"/>
          </a:xfrm>
        </p:spPr>
        <p:txBody>
          <a:bodyPr/>
          <a:lstStyle/>
          <a:p>
            <a:endParaRPr lang="en-US" b="1" dirty="0"/>
          </a:p>
        </p:txBody>
      </p:sp>
      <p:sp>
        <p:nvSpPr>
          <p:cNvPr id="3" name="Subtitle 2"/>
          <p:cNvSpPr>
            <a:spLocks noGrp="1"/>
          </p:cNvSpPr>
          <p:nvPr>
            <p:ph type="subTitle" idx="1"/>
          </p:nvPr>
        </p:nvSpPr>
        <p:spPr>
          <a:xfrm>
            <a:off x="0" y="5205207"/>
            <a:ext cx="8342415" cy="1655762"/>
          </a:xfrm>
        </p:spPr>
        <p:txBody>
          <a:bodyPr vert="horz" lIns="91440" tIns="45720" rIns="91440" bIns="45720" rtlCol="0" anchor="t">
            <a:normAutofit/>
          </a:bodyPr>
          <a:lstStyle/>
          <a:p>
            <a:r>
              <a:rPr lang="en-US" b="1"/>
              <a:t>Name: Ros Joseph</a:t>
            </a:r>
          </a:p>
          <a:p>
            <a:r>
              <a:rPr lang="en-US" b="1"/>
              <a:t>Level: 12A</a:t>
            </a:r>
            <a:endParaRPr lang="en-US" b="1" dirty="0"/>
          </a:p>
          <a:p>
            <a:r>
              <a:rPr lang="en-US" b="1" dirty="0"/>
              <a:t>Educator: </a:t>
            </a:r>
            <a:r>
              <a:rPr lang="en-US" b="1" dirty="0" err="1"/>
              <a:t>Mr.Kim</a:t>
            </a:r>
            <a:r>
              <a:rPr lang="en-US" b="1" dirty="0"/>
              <a:t> Bun </a:t>
            </a:r>
            <a:r>
              <a:rPr lang="en-US" b="1" dirty="0" err="1"/>
              <a:t>Theoun</a:t>
            </a:r>
            <a:endParaRPr lang="en-US" dirty="0" err="1"/>
          </a:p>
        </p:txBody>
      </p:sp>
      <p:sp>
        <p:nvSpPr>
          <p:cNvPr id="4" name="Speech Bubble: Rectangle with Corners Rounded 3">
            <a:extLst>
              <a:ext uri="{FF2B5EF4-FFF2-40B4-BE49-F238E27FC236}">
                <a16:creationId xmlns:a16="http://schemas.microsoft.com/office/drawing/2014/main" id="{CAAB3F56-A72C-6746-D281-478A2356FFBE}"/>
              </a:ext>
            </a:extLst>
          </p:cNvPr>
          <p:cNvSpPr/>
          <p:nvPr/>
        </p:nvSpPr>
        <p:spPr>
          <a:xfrm>
            <a:off x="238525" y="634222"/>
            <a:ext cx="7167544" cy="3071431"/>
          </a:xfrm>
          <a:prstGeom prst="wedgeRoundRect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FA5BB6E4-0597-12E3-E351-C1F273EEFEFF}"/>
              </a:ext>
            </a:extLst>
          </p:cNvPr>
          <p:cNvSpPr txBox="1"/>
          <p:nvPr/>
        </p:nvSpPr>
        <p:spPr>
          <a:xfrm>
            <a:off x="576593" y="1388947"/>
            <a:ext cx="6478745"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4800">
                <a:latin typeface="Aptos Display"/>
              </a:rPr>
              <a:t>How to </a:t>
            </a:r>
            <a:r>
              <a:rPr lang="en-US" sz="4800" b="1">
                <a:latin typeface="Aptos Display"/>
              </a:rPr>
              <a:t>IMPROVE </a:t>
            </a:r>
            <a:r>
              <a:rPr lang="en-US" sz="4800">
                <a:latin typeface="Aptos Display"/>
              </a:rPr>
              <a:t>your </a:t>
            </a:r>
            <a:r>
              <a:rPr lang="en-US" sz="4800" b="1">
                <a:latin typeface="Aptos Display"/>
              </a:rPr>
              <a:t>English Speaking</a:t>
            </a:r>
            <a:endParaRPr lang="en-US" sz="4800">
              <a:latin typeface="Aptos Display"/>
            </a:endParaRPr>
          </a:p>
          <a:p>
            <a:pPr algn="l"/>
            <a:endParaRPr lang="en-US" sz="4800" dirty="0"/>
          </a:p>
        </p:txBody>
      </p:sp>
      <p:pic>
        <p:nvPicPr>
          <p:cNvPr id="7" name="Picture 6" descr="A person using a phone&#10;&#10;AI-generated content may be incorrect.">
            <a:extLst>
              <a:ext uri="{FF2B5EF4-FFF2-40B4-BE49-F238E27FC236}">
                <a16:creationId xmlns:a16="http://schemas.microsoft.com/office/drawing/2014/main" id="{232B042A-37FC-D7DC-0814-8291636B0760}"/>
              </a:ext>
            </a:extLst>
          </p:cNvPr>
          <p:cNvPicPr>
            <a:picLocks noChangeAspect="1"/>
          </p:cNvPicPr>
          <p:nvPr/>
        </p:nvPicPr>
        <p:blipFill>
          <a:blip r:embed="rId2"/>
          <a:stretch>
            <a:fillRect/>
          </a:stretch>
        </p:blipFill>
        <p:spPr>
          <a:xfrm>
            <a:off x="8344889" y="0"/>
            <a:ext cx="3834741" cy="2543299"/>
          </a:xfrm>
          <a:prstGeom prst="rect">
            <a:avLst/>
          </a:prstGeom>
        </p:spPr>
      </p:pic>
      <p:pic>
        <p:nvPicPr>
          <p:cNvPr id="8" name="Picture 7" descr="A person looking at a chalkboard&#10;&#10;AI-generated content may be incorrect.">
            <a:extLst>
              <a:ext uri="{FF2B5EF4-FFF2-40B4-BE49-F238E27FC236}">
                <a16:creationId xmlns:a16="http://schemas.microsoft.com/office/drawing/2014/main" id="{BCDADAA9-1683-328C-6045-C2C53AC0784A}"/>
              </a:ext>
            </a:extLst>
          </p:cNvPr>
          <p:cNvPicPr>
            <a:picLocks noChangeAspect="1"/>
          </p:cNvPicPr>
          <p:nvPr/>
        </p:nvPicPr>
        <p:blipFill>
          <a:blip r:embed="rId3"/>
          <a:stretch>
            <a:fillRect/>
          </a:stretch>
        </p:blipFill>
        <p:spPr>
          <a:xfrm>
            <a:off x="8342415" y="2546391"/>
            <a:ext cx="3839689" cy="2279816"/>
          </a:xfrm>
          <a:prstGeom prst="rect">
            <a:avLst/>
          </a:prstGeom>
        </p:spPr>
      </p:pic>
      <p:pic>
        <p:nvPicPr>
          <p:cNvPr id="9" name="Picture 8" descr="A blue background with text overlay&#10;&#10;AI-generated content may be incorrect.">
            <a:extLst>
              <a:ext uri="{FF2B5EF4-FFF2-40B4-BE49-F238E27FC236}">
                <a16:creationId xmlns:a16="http://schemas.microsoft.com/office/drawing/2014/main" id="{62F48A2F-6AB6-D3E7-F157-C94E7E1B9E55}"/>
              </a:ext>
            </a:extLst>
          </p:cNvPr>
          <p:cNvPicPr>
            <a:picLocks noChangeAspect="1"/>
          </p:cNvPicPr>
          <p:nvPr/>
        </p:nvPicPr>
        <p:blipFill>
          <a:blip r:embed="rId4"/>
          <a:stretch>
            <a:fillRect/>
          </a:stretch>
        </p:blipFill>
        <p:spPr>
          <a:xfrm>
            <a:off x="8342414" y="4831773"/>
            <a:ext cx="3839690" cy="2182091"/>
          </a:xfrm>
          <a:prstGeom prst="rect">
            <a:avLst/>
          </a:prstGeom>
        </p:spPr>
      </p:pic>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35">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82819" y="0"/>
            <a:ext cx="4097211"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010646" y="-5010043"/>
            <a:ext cx="2170709" cy="12192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95D96B33-B277-7158-CDBF-46A3FBD1619D}"/>
              </a:ext>
            </a:extLst>
          </p:cNvPr>
          <p:cNvSpPr>
            <a:spLocks noGrp="1"/>
          </p:cNvSpPr>
          <p:nvPr>
            <p:ph type="title"/>
          </p:nvPr>
        </p:nvSpPr>
        <p:spPr>
          <a:xfrm>
            <a:off x="1383564" y="348865"/>
            <a:ext cx="9718111" cy="1576446"/>
          </a:xfrm>
        </p:spPr>
        <p:txBody>
          <a:bodyPr anchor="ctr">
            <a:normAutofit/>
          </a:bodyPr>
          <a:lstStyle/>
          <a:p>
            <a:r>
              <a:rPr lang="en-US" sz="4000" b="1">
                <a:solidFill>
                  <a:srgbClr val="FFFFFF"/>
                </a:solidFill>
              </a:rPr>
              <a:t>Content</a:t>
            </a:r>
          </a:p>
        </p:txBody>
      </p:sp>
      <p:graphicFrame>
        <p:nvGraphicFramePr>
          <p:cNvPr id="17" name="Content Placeholder 2">
            <a:extLst>
              <a:ext uri="{FF2B5EF4-FFF2-40B4-BE49-F238E27FC236}">
                <a16:creationId xmlns:a16="http://schemas.microsoft.com/office/drawing/2014/main" id="{ADAACAF9-680A-B46A-41AD-6F43BE73CBB2}"/>
              </a:ext>
            </a:extLst>
          </p:cNvPr>
          <p:cNvGraphicFramePr>
            <a:graphicFrameLocks noGrp="1"/>
          </p:cNvGraphicFramePr>
          <p:nvPr>
            <p:ph idx="1"/>
            <p:extLst>
              <p:ext uri="{D42A27DB-BD31-4B8C-83A1-F6EECF244321}">
                <p14:modId xmlns:p14="http://schemas.microsoft.com/office/powerpoint/2010/main" val="1869168036"/>
              </p:ext>
            </p:extLst>
          </p:nvPr>
        </p:nvGraphicFramePr>
        <p:xfrm>
          <a:off x="644056" y="2615979"/>
          <a:ext cx="10927829" cy="36894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95089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E683C8-79C5-3EE6-3516-46E1FC48AAA4}"/>
              </a:ext>
            </a:extLst>
          </p:cNvPr>
          <p:cNvSpPr>
            <a:spLocks noGrp="1"/>
          </p:cNvSpPr>
          <p:nvPr>
            <p:ph type="title"/>
          </p:nvPr>
        </p:nvSpPr>
        <p:spPr/>
        <p:txBody>
          <a:bodyPr/>
          <a:lstStyle/>
          <a:p>
            <a:r>
              <a:rPr lang="en-US" b="1"/>
              <a:t>Introduction</a:t>
            </a:r>
            <a:endParaRPr lang="en-US" b="1" dirty="0"/>
          </a:p>
        </p:txBody>
      </p:sp>
      <p:graphicFrame>
        <p:nvGraphicFramePr>
          <p:cNvPr id="19" name="Content Placeholder 2">
            <a:extLst>
              <a:ext uri="{FF2B5EF4-FFF2-40B4-BE49-F238E27FC236}">
                <a16:creationId xmlns:a16="http://schemas.microsoft.com/office/drawing/2014/main" id="{6776C18D-20AB-2D72-4D2F-2601281FD97A}"/>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797388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1" name="Picture 30">
            <a:extLst>
              <a:ext uri="{FF2B5EF4-FFF2-40B4-BE49-F238E27FC236}">
                <a16:creationId xmlns:a16="http://schemas.microsoft.com/office/drawing/2014/main" id="{2A1C9072-D407-42FA-3E24-220F08B61216}"/>
              </a:ext>
            </a:extLst>
          </p:cNvPr>
          <p:cNvPicPr>
            <a:picLocks noChangeAspect="1"/>
          </p:cNvPicPr>
          <p:nvPr/>
        </p:nvPicPr>
        <p:blipFill>
          <a:blip r:embed="rId2">
            <a:duotone>
              <a:schemeClr val="bg2">
                <a:shade val="45000"/>
                <a:satMod val="135000"/>
              </a:schemeClr>
              <a:prstClr val="white"/>
            </a:duotone>
          </a:blip>
          <a:srcRect t="23614" r="9085" b="-7"/>
          <a:stretch>
            <a:fillRect/>
          </a:stretch>
        </p:blipFill>
        <p:spPr>
          <a:xfrm>
            <a:off x="20" y="10"/>
            <a:ext cx="12191980" cy="6857990"/>
          </a:xfrm>
          <a:prstGeom prst="rect">
            <a:avLst/>
          </a:prstGeom>
        </p:spPr>
      </p:pic>
      <p:sp>
        <p:nvSpPr>
          <p:cNvPr id="35" name="Rectangle 34">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88EDC6B-CC7F-DF29-BC75-A263E1073469}"/>
              </a:ext>
            </a:extLst>
          </p:cNvPr>
          <p:cNvSpPr>
            <a:spLocks noGrp="1"/>
          </p:cNvSpPr>
          <p:nvPr>
            <p:ph type="title"/>
          </p:nvPr>
        </p:nvSpPr>
        <p:spPr>
          <a:xfrm>
            <a:off x="838200" y="365125"/>
            <a:ext cx="10515600" cy="1325563"/>
          </a:xfrm>
        </p:spPr>
        <p:txBody>
          <a:bodyPr>
            <a:normAutofit/>
          </a:bodyPr>
          <a:lstStyle/>
          <a:p>
            <a:r>
              <a:rPr lang="en-US" b="1"/>
              <a:t>Why should we improve our English speaking</a:t>
            </a:r>
          </a:p>
        </p:txBody>
      </p:sp>
      <p:graphicFrame>
        <p:nvGraphicFramePr>
          <p:cNvPr id="30" name="Content Placeholder 2">
            <a:extLst>
              <a:ext uri="{FF2B5EF4-FFF2-40B4-BE49-F238E27FC236}">
                <a16:creationId xmlns:a16="http://schemas.microsoft.com/office/drawing/2014/main" id="{C3F11DA8-D8C3-5F3A-8CC9-42376EC75E17}"/>
              </a:ext>
            </a:extLst>
          </p:cNvPr>
          <p:cNvGraphicFramePr>
            <a:graphicFrameLocks noGrp="1"/>
          </p:cNvGraphicFramePr>
          <p:nvPr>
            <p:ph idx="1"/>
            <p:extLst>
              <p:ext uri="{D42A27DB-BD31-4B8C-83A1-F6EECF244321}">
                <p14:modId xmlns:p14="http://schemas.microsoft.com/office/powerpoint/2010/main" val="697271856"/>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0209426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D2FE5A3-F26C-C615-D403-BCE1EE044F3F}"/>
              </a:ext>
            </a:extLst>
          </p:cNvPr>
          <p:cNvSpPr>
            <a:spLocks noGrp="1"/>
          </p:cNvSpPr>
          <p:nvPr>
            <p:ph type="title"/>
          </p:nvPr>
        </p:nvSpPr>
        <p:spPr>
          <a:xfrm>
            <a:off x="761800" y="762001"/>
            <a:ext cx="5334197" cy="1708242"/>
          </a:xfrm>
        </p:spPr>
        <p:txBody>
          <a:bodyPr anchor="ctr">
            <a:normAutofit/>
          </a:bodyPr>
          <a:lstStyle/>
          <a:p>
            <a:r>
              <a:rPr lang="en-US" sz="3700" b="1"/>
              <a:t>How should we improve our English speaking</a:t>
            </a:r>
          </a:p>
        </p:txBody>
      </p:sp>
      <p:sp>
        <p:nvSpPr>
          <p:cNvPr id="3" name="Content Placeholder 2">
            <a:extLst>
              <a:ext uri="{FF2B5EF4-FFF2-40B4-BE49-F238E27FC236}">
                <a16:creationId xmlns:a16="http://schemas.microsoft.com/office/drawing/2014/main" id="{F8614B5B-EB5F-CDC0-50B8-CE06E1C685FE}"/>
              </a:ext>
            </a:extLst>
          </p:cNvPr>
          <p:cNvSpPr>
            <a:spLocks noGrp="1"/>
          </p:cNvSpPr>
          <p:nvPr>
            <p:ph idx="1"/>
          </p:nvPr>
        </p:nvSpPr>
        <p:spPr>
          <a:xfrm>
            <a:off x="761800" y="2470244"/>
            <a:ext cx="5334197" cy="3769835"/>
          </a:xfrm>
        </p:spPr>
        <p:txBody>
          <a:bodyPr vert="horz" lIns="91440" tIns="45720" rIns="91440" bIns="45720" rtlCol="0" anchor="ctr">
            <a:normAutofit/>
          </a:bodyPr>
          <a:lstStyle/>
          <a:p>
            <a:r>
              <a:rPr lang="en-US" sz="1700">
                <a:ea typeface="+mn-lt"/>
                <a:cs typeface="+mn-lt"/>
              </a:rPr>
              <a:t>To improve your English speaking effectively, you must transition from </a:t>
            </a:r>
            <a:r>
              <a:rPr lang="en-US" sz="1700" b="1">
                <a:ea typeface="+mn-lt"/>
                <a:cs typeface="+mn-lt"/>
              </a:rPr>
              <a:t>passive listening</a:t>
            </a:r>
            <a:r>
              <a:rPr lang="en-US" sz="1700">
                <a:ea typeface="+mn-lt"/>
                <a:cs typeface="+mn-lt"/>
              </a:rPr>
              <a:t> to </a:t>
            </a:r>
            <a:r>
              <a:rPr lang="en-US" sz="1700" b="1">
                <a:ea typeface="+mn-lt"/>
                <a:cs typeface="+mn-lt"/>
              </a:rPr>
              <a:t>active production</a:t>
            </a:r>
            <a:r>
              <a:rPr lang="en-US" sz="1700">
                <a:ea typeface="+mn-lt"/>
                <a:cs typeface="+mn-lt"/>
              </a:rPr>
              <a:t>. Start by practicing the "shadowing" technique: repeat audio clips in real-time to mimic native rhythm and intonation. Additionally, narrating your daily activities out loud helps bridge the gap between thought and speech, reducing mental translation time.</a:t>
            </a:r>
            <a:endParaRPr lang="en-US" sz="1700"/>
          </a:p>
          <a:p>
            <a:r>
              <a:rPr lang="en-US" sz="1700">
                <a:ea typeface="+mn-lt"/>
                <a:cs typeface="+mn-lt"/>
              </a:rPr>
              <a:t>Don't fear mistakes; prioritize </a:t>
            </a:r>
            <a:r>
              <a:rPr lang="en-US" sz="1700" b="1">
                <a:ea typeface="+mn-lt"/>
                <a:cs typeface="+mn-lt"/>
              </a:rPr>
              <a:t>flow over perfection</a:t>
            </a:r>
            <a:r>
              <a:rPr lang="en-US" sz="1700">
                <a:ea typeface="+mn-lt"/>
                <a:cs typeface="+mn-lt"/>
              </a:rPr>
              <a:t>. Recording your voice allows you to identify specific pronunciation hurdles, while engaging in short, daily conversations builds the necessary muscle memory. Consistent, vocal repetition—rather than silent reading—is the key to developing the confidence and clarity required for fluent communication.</a:t>
            </a:r>
            <a:endParaRPr lang="en-US" sz="1700"/>
          </a:p>
          <a:p>
            <a:endParaRPr lang="en-US" sz="1700"/>
          </a:p>
        </p:txBody>
      </p:sp>
      <p:pic>
        <p:nvPicPr>
          <p:cNvPr id="5" name="Picture 4" descr="Question mark boxes">
            <a:extLst>
              <a:ext uri="{FF2B5EF4-FFF2-40B4-BE49-F238E27FC236}">
                <a16:creationId xmlns:a16="http://schemas.microsoft.com/office/drawing/2014/main" id="{CF8761DC-A100-3DCF-949E-86589E949EA4}"/>
              </a:ext>
            </a:extLst>
          </p:cNvPr>
          <p:cNvPicPr>
            <a:picLocks noChangeAspect="1"/>
          </p:cNvPicPr>
          <p:nvPr/>
        </p:nvPicPr>
        <p:blipFill>
          <a:blip r:embed="rId2"/>
          <a:srcRect l="30676" r="25645" b="7"/>
          <a:stretch>
            <a:fillRect/>
          </a:stretch>
        </p:blipFill>
        <p:spPr>
          <a:xfrm>
            <a:off x="6857797" y="-10886"/>
            <a:ext cx="5334204" cy="6868886"/>
          </a:xfrm>
          <a:prstGeom prst="rect">
            <a:avLst/>
          </a:prstGeom>
          <a:effectLst>
            <a:outerShdw blurRad="127000" dist="50800" dir="10800000" sx="99000" sy="99000" algn="r" rotWithShape="0">
              <a:prstClr val="black">
                <a:alpha val="40000"/>
              </a:prstClr>
            </a:outerShdw>
          </a:effectLst>
        </p:spPr>
      </p:pic>
    </p:spTree>
    <p:extLst>
      <p:ext uri="{BB962C8B-B14F-4D97-AF65-F5344CB8AC3E}">
        <p14:creationId xmlns:p14="http://schemas.microsoft.com/office/powerpoint/2010/main" val="27527870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51C34C9-505B-D040-69E7-B133827C5BB1}"/>
              </a:ext>
            </a:extLst>
          </p:cNvPr>
          <p:cNvSpPr>
            <a:spLocks noGrp="1"/>
          </p:cNvSpPr>
          <p:nvPr>
            <p:ph type="title"/>
          </p:nvPr>
        </p:nvSpPr>
        <p:spPr>
          <a:xfrm>
            <a:off x="1043631" y="809898"/>
            <a:ext cx="9942716" cy="1554480"/>
          </a:xfrm>
        </p:spPr>
        <p:txBody>
          <a:bodyPr anchor="ctr">
            <a:normAutofit/>
          </a:bodyPr>
          <a:lstStyle/>
          <a:p>
            <a:r>
              <a:rPr lang="en-US" sz="4800" b="1"/>
              <a:t>Benefits of English improvement</a:t>
            </a:r>
          </a:p>
        </p:txBody>
      </p:sp>
      <p:sp>
        <p:nvSpPr>
          <p:cNvPr id="3" name="Content Placeholder 2">
            <a:extLst>
              <a:ext uri="{FF2B5EF4-FFF2-40B4-BE49-F238E27FC236}">
                <a16:creationId xmlns:a16="http://schemas.microsoft.com/office/drawing/2014/main" id="{19D44123-2290-1DE2-C34D-B3F9B55EC21D}"/>
              </a:ext>
            </a:extLst>
          </p:cNvPr>
          <p:cNvSpPr>
            <a:spLocks noGrp="1"/>
          </p:cNvSpPr>
          <p:nvPr>
            <p:ph idx="1"/>
          </p:nvPr>
        </p:nvSpPr>
        <p:spPr>
          <a:xfrm>
            <a:off x="1045028" y="3017522"/>
            <a:ext cx="9941319" cy="3124658"/>
          </a:xfrm>
        </p:spPr>
        <p:txBody>
          <a:bodyPr vert="horz" lIns="91440" tIns="45720" rIns="91440" bIns="45720" rtlCol="0" anchor="ctr">
            <a:normAutofit/>
          </a:bodyPr>
          <a:lstStyle/>
          <a:p>
            <a:r>
              <a:rPr lang="en-US" sz="2000">
                <a:ea typeface="+mn-lt"/>
                <a:cs typeface="+mn-lt"/>
              </a:rPr>
              <a:t>Improving English speaking skills offers profound </a:t>
            </a:r>
            <a:r>
              <a:rPr lang="en-US" sz="2000" b="1">
                <a:ea typeface="+mn-lt"/>
                <a:cs typeface="+mn-lt"/>
              </a:rPr>
              <a:t>professional and personal advantages</a:t>
            </a:r>
            <a:r>
              <a:rPr lang="en-US" sz="2000">
                <a:ea typeface="+mn-lt"/>
                <a:cs typeface="+mn-lt"/>
              </a:rPr>
              <a:t>. In a globalized economy, fluency acts as a "universal key," opening doors to international job markets, higher salary brackets, and leadership roles within multinational companies. It allows you to represent your ideas with authority and clarity during high-stakes negotiations or presentations.</a:t>
            </a:r>
            <a:endParaRPr lang="en-US" sz="2000"/>
          </a:p>
          <a:p>
            <a:r>
              <a:rPr lang="en-US" sz="2000">
                <a:ea typeface="+mn-lt"/>
                <a:cs typeface="+mn-lt"/>
              </a:rPr>
              <a:t>On a personal level, vocal proficiency enables </a:t>
            </a:r>
            <a:r>
              <a:rPr lang="en-US" sz="2000" b="1">
                <a:ea typeface="+mn-lt"/>
                <a:cs typeface="+mn-lt"/>
              </a:rPr>
              <a:t>deeper cultural integration</a:t>
            </a:r>
            <a:r>
              <a:rPr lang="en-US" sz="2000">
                <a:ea typeface="+mn-lt"/>
                <a:cs typeface="+mn-lt"/>
              </a:rPr>
              <a:t>. It empowers you to travel confidently and form authentic friendships with people from diverse backgrounds. Ultimately, mastering speech reduces the frustration of being misunderstood, fostering a sense of self-assurance that enhances every interaction in your life.</a:t>
            </a:r>
            <a:endParaRPr lang="en-US" sz="2000"/>
          </a:p>
          <a:p>
            <a:endParaRPr lang="en-US" sz="2000"/>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629569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1BB867FF-FC45-48F7-8104-F89BE5490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Freeform: Shape 27">
            <a:extLst>
              <a:ext uri="{FF2B5EF4-FFF2-40B4-BE49-F238E27FC236}">
                <a16:creationId xmlns:a16="http://schemas.microsoft.com/office/drawing/2014/main" id="{8BB56887-D0D5-4F0C-9E19-7247EB83C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3F5C6DC0-E7A9-6D27-0622-2837BB5BAA11}"/>
              </a:ext>
            </a:extLst>
          </p:cNvPr>
          <p:cNvSpPr>
            <a:spLocks noGrp="1"/>
          </p:cNvSpPr>
          <p:nvPr>
            <p:ph type="title"/>
          </p:nvPr>
        </p:nvSpPr>
        <p:spPr>
          <a:xfrm>
            <a:off x="838200" y="365125"/>
            <a:ext cx="10515600" cy="1325563"/>
          </a:xfrm>
        </p:spPr>
        <p:txBody>
          <a:bodyPr>
            <a:normAutofit/>
          </a:bodyPr>
          <a:lstStyle/>
          <a:p>
            <a:r>
              <a:rPr lang="en-US" b="1"/>
              <a:t>Conclusion</a:t>
            </a:r>
            <a:endParaRPr lang="en-US" b="1" dirty="0"/>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29" name="Content Placeholder 2">
            <a:extLst>
              <a:ext uri="{FF2B5EF4-FFF2-40B4-BE49-F238E27FC236}">
                <a16:creationId xmlns:a16="http://schemas.microsoft.com/office/drawing/2014/main" id="{B97024CC-58A4-55E7-D260-6B188FC9C1DB}"/>
              </a:ext>
            </a:extLst>
          </p:cNvPr>
          <p:cNvSpPr>
            <a:spLocks noGrp="1"/>
          </p:cNvSpPr>
          <p:nvPr>
            <p:ph idx="1"/>
          </p:nvPr>
        </p:nvSpPr>
        <p:spPr>
          <a:xfrm>
            <a:off x="838200" y="1825625"/>
            <a:ext cx="10515600" cy="4351338"/>
          </a:xfrm>
        </p:spPr>
        <p:txBody>
          <a:bodyPr vert="horz" lIns="91440" tIns="45720" rIns="91440" bIns="45720" rtlCol="0">
            <a:normAutofit/>
          </a:bodyPr>
          <a:lstStyle/>
          <a:p>
            <a:r>
              <a:rPr lang="en-US" sz="2000">
                <a:ea typeface="+mn-lt"/>
                <a:cs typeface="+mn-lt"/>
              </a:rPr>
              <a:t>In conclusion, mastering English speaking is a transformative journey that harmonizes practical effort with significant life rewards. To effectively improve, one must move beyond the safety of textbooks and embrace </a:t>
            </a:r>
            <a:r>
              <a:rPr lang="en-US" sz="2000" b="1">
                <a:ea typeface="+mn-lt"/>
                <a:cs typeface="+mn-lt"/>
              </a:rPr>
              <a:t>active immersion</a:t>
            </a:r>
            <a:r>
              <a:rPr lang="en-US" sz="2000">
                <a:ea typeface="+mn-lt"/>
                <a:cs typeface="+mn-lt"/>
              </a:rPr>
              <a:t>. Techniques like "shadowing" native speakers to capture natural rhythm, narrating daily tasks to eliminate mental translation, and recording oneself to refine pronunciation are essential. By prioritizing </a:t>
            </a:r>
            <a:r>
              <a:rPr lang="en-US" sz="2000" b="1">
                <a:ea typeface="+mn-lt"/>
                <a:cs typeface="+mn-lt"/>
              </a:rPr>
              <a:t>consistent vocal output</a:t>
            </a:r>
            <a:r>
              <a:rPr lang="en-US" sz="2000">
                <a:ea typeface="+mn-lt"/>
                <a:cs typeface="+mn-lt"/>
              </a:rPr>
              <a:t> over silent study, learners build the muscle memory and cognitive speed necessary for fluid interaction.</a:t>
            </a:r>
            <a:endParaRPr lang="en-US" sz="2000"/>
          </a:p>
          <a:p>
            <a:r>
              <a:rPr lang="en-US" sz="2000">
                <a:ea typeface="+mn-lt"/>
                <a:cs typeface="+mn-lt"/>
              </a:rPr>
              <a:t>The benefits of this dedication are immense. Professionally, fluency serves as a powerful catalyst for career mobility, providing access to international markets and leadership roles where clear communication is paramount. Personally, it fosters a profound sense of </a:t>
            </a:r>
            <a:r>
              <a:rPr lang="en-US" sz="2000" b="1">
                <a:ea typeface="+mn-lt"/>
                <a:cs typeface="+mn-lt"/>
              </a:rPr>
              <a:t>global citizenship</a:t>
            </a:r>
            <a:r>
              <a:rPr lang="en-US" sz="2000">
                <a:ea typeface="+mn-lt"/>
                <a:cs typeface="+mn-lt"/>
              </a:rPr>
              <a:t>, allowing for authentic connections and cultural exchanges that were previously out of reach. Ultimately, the ability to speak English confidently ensures that your voice is heard, respected, and influential in our increasingly interconnected world.</a:t>
            </a:r>
            <a:endParaRPr lang="en-US" sz="2000"/>
          </a:p>
          <a:p>
            <a:endParaRPr lang="en-US" sz="2000"/>
          </a:p>
        </p:txBody>
      </p:sp>
    </p:spTree>
    <p:extLst>
      <p:ext uri="{BB962C8B-B14F-4D97-AF65-F5344CB8AC3E}">
        <p14:creationId xmlns:p14="http://schemas.microsoft.com/office/powerpoint/2010/main" val="7400720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Freeform: Shape 10">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Isosceles Triangle 18">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descr="A cat with its paws in front of its paws&#10;&#10;AI-generated content may be incorrect.">
            <a:extLst>
              <a:ext uri="{FF2B5EF4-FFF2-40B4-BE49-F238E27FC236}">
                <a16:creationId xmlns:a16="http://schemas.microsoft.com/office/drawing/2014/main" id="{DC76B129-4746-CE8C-B3CE-312D24A3BFF8}"/>
              </a:ext>
            </a:extLst>
          </p:cNvPr>
          <p:cNvPicPr>
            <a:picLocks noGrp="1" noChangeAspect="1"/>
          </p:cNvPicPr>
          <p:nvPr>
            <p:ph idx="1"/>
          </p:nvPr>
        </p:nvPicPr>
        <p:blipFill>
          <a:blip r:embed="rId2"/>
          <a:stretch>
            <a:fillRect/>
          </a:stretch>
        </p:blipFill>
        <p:spPr>
          <a:xfrm>
            <a:off x="1069475" y="643467"/>
            <a:ext cx="10053049" cy="5571065"/>
          </a:xfrm>
          <a:prstGeom prst="rect">
            <a:avLst/>
          </a:prstGeom>
          <a:ln>
            <a:noFill/>
          </a:ln>
        </p:spPr>
      </p:pic>
      <p:sp>
        <p:nvSpPr>
          <p:cNvPr id="21" name="Isosceles Triangle 20">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658864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Freeform: Shape 10">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Isosceles Triangle 18">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descr="A white text on a blue background&#10;&#10;AI-generated content may be incorrect.">
            <a:extLst>
              <a:ext uri="{FF2B5EF4-FFF2-40B4-BE49-F238E27FC236}">
                <a16:creationId xmlns:a16="http://schemas.microsoft.com/office/drawing/2014/main" id="{55CD9F75-A096-49CB-90B4-64E91F999DA0}"/>
              </a:ext>
            </a:extLst>
          </p:cNvPr>
          <p:cNvPicPr>
            <a:picLocks noGrp="1" noChangeAspect="1"/>
          </p:cNvPicPr>
          <p:nvPr>
            <p:ph idx="1"/>
          </p:nvPr>
        </p:nvPicPr>
        <p:blipFill>
          <a:blip r:embed="rId2"/>
          <a:stretch>
            <a:fillRect/>
          </a:stretch>
        </p:blipFill>
        <p:spPr>
          <a:xfrm>
            <a:off x="3310467" y="643467"/>
            <a:ext cx="5571065" cy="5571065"/>
          </a:xfrm>
          <a:prstGeom prst="rect">
            <a:avLst/>
          </a:prstGeom>
          <a:ln>
            <a:noFill/>
          </a:ln>
        </p:spPr>
      </p:pic>
      <p:sp>
        <p:nvSpPr>
          <p:cNvPr id="21" name="Isosceles Triangle 20">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person making a face&#10;&#10;AI-generated content may be incorrect.">
            <a:extLst>
              <a:ext uri="{FF2B5EF4-FFF2-40B4-BE49-F238E27FC236}">
                <a16:creationId xmlns:a16="http://schemas.microsoft.com/office/drawing/2014/main" id="{EBB3E259-F2BE-A203-92B9-A13D6541AB9B}"/>
              </a:ext>
            </a:extLst>
          </p:cNvPr>
          <p:cNvPicPr>
            <a:picLocks noChangeAspect="1"/>
          </p:cNvPicPr>
          <p:nvPr/>
        </p:nvPicPr>
        <p:blipFill>
          <a:blip r:embed="rId3"/>
          <a:stretch>
            <a:fillRect/>
          </a:stretch>
        </p:blipFill>
        <p:spPr>
          <a:xfrm>
            <a:off x="10886514" y="5530102"/>
            <a:ext cx="1299884" cy="1333500"/>
          </a:xfrm>
          <a:prstGeom prst="rect">
            <a:avLst/>
          </a:prstGeom>
        </p:spPr>
      </p:pic>
      <p:pic>
        <p:nvPicPr>
          <p:cNvPr id="6" name="Picture 5" descr="A person making a face&#10;&#10;AI-generated content may be incorrect.">
            <a:extLst>
              <a:ext uri="{FF2B5EF4-FFF2-40B4-BE49-F238E27FC236}">
                <a16:creationId xmlns:a16="http://schemas.microsoft.com/office/drawing/2014/main" id="{C8FB50FC-376F-5E06-3A53-1634763791AF}"/>
              </a:ext>
            </a:extLst>
          </p:cNvPr>
          <p:cNvPicPr>
            <a:picLocks noChangeAspect="1"/>
          </p:cNvPicPr>
          <p:nvPr/>
        </p:nvPicPr>
        <p:blipFill>
          <a:blip r:embed="rId3"/>
          <a:stretch>
            <a:fillRect/>
          </a:stretch>
        </p:blipFill>
        <p:spPr>
          <a:xfrm>
            <a:off x="5602" y="5518896"/>
            <a:ext cx="1299884" cy="1333500"/>
          </a:xfrm>
          <a:prstGeom prst="rect">
            <a:avLst/>
          </a:prstGeom>
        </p:spPr>
      </p:pic>
    </p:spTree>
    <p:extLst>
      <p:ext uri="{BB962C8B-B14F-4D97-AF65-F5344CB8AC3E}">
        <p14:creationId xmlns:p14="http://schemas.microsoft.com/office/powerpoint/2010/main" val="279788305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9</Slides>
  <Notes>0</Notes>
  <HiddenSlides>0</HiddenSlides>
  <MMClips>0</MMClip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office theme</vt:lpstr>
      <vt:lpstr>PowerPoint Presentation</vt:lpstr>
      <vt:lpstr>Content</vt:lpstr>
      <vt:lpstr>Introduction</vt:lpstr>
      <vt:lpstr>Why should we improve our English speaking</vt:lpstr>
      <vt:lpstr>How should we improve our English speaking</vt:lpstr>
      <vt:lpstr>Benefits of English improvement</vt:lpstr>
      <vt:lpstr>Conclusion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142</cp:revision>
  <dcterms:created xsi:type="dcterms:W3CDTF">2026-04-20T12:20:18Z</dcterms:created>
  <dcterms:modified xsi:type="dcterms:W3CDTF">2026-04-20T12:56:05Z</dcterms:modified>
</cp:coreProperties>
</file>